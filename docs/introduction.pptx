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4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5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6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7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8.xml" ContentType="application/vnd.openxmlformats-officedocument.theme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9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10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11.xml" ContentType="application/vnd.openxmlformats-officedocument.theme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theme/theme12.xml" ContentType="application/vnd.openxmlformats-officedocument.theme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13.xml" ContentType="application/vnd.openxmlformats-officedocument.theme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9" r:id="rId4"/>
    <p:sldMasterId id="2147483756" r:id="rId5"/>
    <p:sldMasterId id="2147483772" r:id="rId6"/>
    <p:sldMasterId id="2147483777" r:id="rId7"/>
    <p:sldMasterId id="2147483789" r:id="rId8"/>
    <p:sldMasterId id="2147483808" r:id="rId9"/>
    <p:sldMasterId id="2147483814" r:id="rId10"/>
    <p:sldMasterId id="2147483798" r:id="rId11"/>
    <p:sldMasterId id="2147483835" r:id="rId12"/>
    <p:sldMasterId id="2147483843" r:id="rId13"/>
    <p:sldMasterId id="2147483855" r:id="rId14"/>
    <p:sldMasterId id="2147483865" r:id="rId15"/>
    <p:sldMasterId id="2147483874" r:id="rId16"/>
    <p:sldMasterId id="2147483878" r:id="rId17"/>
  </p:sldMasterIdLst>
  <p:notesMasterIdLst>
    <p:notesMasterId r:id="rId27"/>
  </p:notesMasterIdLst>
  <p:handoutMasterIdLst>
    <p:handoutMasterId r:id="rId28"/>
  </p:handoutMasterIdLst>
  <p:sldIdLst>
    <p:sldId id="256" r:id="rId18"/>
    <p:sldId id="2147483625" r:id="rId19"/>
    <p:sldId id="2147483608" r:id="rId20"/>
    <p:sldId id="2147483627" r:id="rId21"/>
    <p:sldId id="2147483628" r:id="rId22"/>
    <p:sldId id="2147483534" r:id="rId23"/>
    <p:sldId id="2147483535" r:id="rId24"/>
    <p:sldId id="2147483524" r:id="rId25"/>
    <p:sldId id="2147483626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EBEB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7" autoAdjust="0"/>
    <p:restoredTop sz="94660"/>
  </p:normalViewPr>
  <p:slideViewPr>
    <p:cSldViewPr>
      <p:cViewPr varScale="1">
        <p:scale>
          <a:sx n="121" d="100"/>
          <a:sy n="121" d="100"/>
        </p:scale>
        <p:origin x="78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>
      <p:cViewPr varScale="1">
        <p:scale>
          <a:sx n="118" d="100"/>
          <a:sy n="118" d="100"/>
        </p:scale>
        <p:origin x="4596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Master" Target="slideMasters/slideMaster10.xml"/><Relationship Id="rId18" Type="http://schemas.openxmlformats.org/officeDocument/2006/relationships/slide" Target="slides/slide1.xml"/><Relationship Id="rId26" Type="http://schemas.openxmlformats.org/officeDocument/2006/relationships/slide" Target="slides/slide9.xml"/><Relationship Id="rId3" Type="http://schemas.openxmlformats.org/officeDocument/2006/relationships/customXml" Target="../customXml/item3.xml"/><Relationship Id="rId21" Type="http://schemas.openxmlformats.org/officeDocument/2006/relationships/slide" Target="slides/slide4.xml"/><Relationship Id="rId7" Type="http://schemas.openxmlformats.org/officeDocument/2006/relationships/slideMaster" Target="slideMasters/slideMaster4.xml"/><Relationship Id="rId12" Type="http://schemas.openxmlformats.org/officeDocument/2006/relationships/slideMaster" Target="slideMasters/slideMaster9.xml"/><Relationship Id="rId17" Type="http://schemas.openxmlformats.org/officeDocument/2006/relationships/slideMaster" Target="slideMasters/slideMaster14.xml"/><Relationship Id="rId25" Type="http://schemas.openxmlformats.org/officeDocument/2006/relationships/slide" Target="slides/slide8.xml"/><Relationship Id="rId2" Type="http://schemas.openxmlformats.org/officeDocument/2006/relationships/customXml" Target="../customXml/item2.xml"/><Relationship Id="rId16" Type="http://schemas.openxmlformats.org/officeDocument/2006/relationships/slideMaster" Target="slideMasters/slideMaster13.xml"/><Relationship Id="rId20" Type="http://schemas.openxmlformats.org/officeDocument/2006/relationships/slide" Target="slides/slide3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7.xml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Master" Target="slideMasters/slideMaster12.xml"/><Relationship Id="rId23" Type="http://schemas.openxmlformats.org/officeDocument/2006/relationships/slide" Target="slides/slide6.xml"/><Relationship Id="rId28" Type="http://schemas.openxmlformats.org/officeDocument/2006/relationships/handoutMaster" Target="handoutMasters/handoutMaster1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2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Master" Target="slideMasters/slideMaster11.xml"/><Relationship Id="rId22" Type="http://schemas.openxmlformats.org/officeDocument/2006/relationships/slide" Target="slides/slide5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6556F466-D9A0-0D18-1603-934BA2E800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027A642-E62C-DCD6-0AA0-B55D9F7480B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C4C12D-6A96-4532-A1C5-5B647B700EF3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3EEAF15-FAE5-7889-E6DB-35D91964BA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51CBA7D-30F8-7079-3F62-B786584939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EA693F-5FEA-43DB-87E5-CC5FFA723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98081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8AAD14-9C34-4AA5-B94E-6692F6349C3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B7F935-64E3-4FF9-8DEF-2D51FA788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5975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4.sv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8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8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8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8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8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8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8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8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8.xml"/><Relationship Id="rId4" Type="http://schemas.openxmlformats.org/officeDocument/2006/relationships/image" Target="../media/image4.svg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9.xml"/><Relationship Id="rId4" Type="http://schemas.openxmlformats.org/officeDocument/2006/relationships/image" Target="../media/image4.svg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9.xml"/><Relationship Id="rId4" Type="http://schemas.openxmlformats.org/officeDocument/2006/relationships/image" Target="../media/image4.svg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9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0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0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2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2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12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2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2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2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2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2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Cov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AF5B681-B2FA-4C27-F984-B9A13A3BE7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4" y="333375"/>
            <a:ext cx="6182468" cy="2519362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100000"/>
              </a:lnSpc>
              <a:defRPr sz="4800" b="1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5A4FFB83-5290-6491-D40E-A10312EC32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5" y="3645024"/>
            <a:ext cx="4681136" cy="79248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765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TW" altLang="en-US"/>
              <a:t>按一下以編輯母片子標題樣式</a:t>
            </a:r>
            <a:endParaRPr lang="en-US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EFB046E2-7136-66AF-862D-297E21EFCC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0863" y="4581127"/>
            <a:ext cx="4681537" cy="288427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sz="1200" b="0"/>
            </a:lvl1pPr>
            <a:lvl2pPr marL="7937" indent="0">
              <a:buNone/>
              <a:defRPr/>
            </a:lvl2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grpSp>
        <p:nvGrpSpPr>
          <p:cNvPr id="7" name="Group 4">
            <a:extLst>
              <a:ext uri="{FF2B5EF4-FFF2-40B4-BE49-F238E27FC236}">
                <a16:creationId xmlns:a16="http://schemas.microsoft.com/office/drawing/2014/main" id="{8FE98439-2F6D-DAE8-0815-1D5056667C52}"/>
              </a:ext>
            </a:extLst>
          </p:cNvPr>
          <p:cNvGrpSpPr/>
          <p:nvPr userDrawn="1"/>
        </p:nvGrpSpPr>
        <p:grpSpPr>
          <a:xfrm>
            <a:off x="6737333" y="698369"/>
            <a:ext cx="4474935" cy="4874457"/>
            <a:chOff x="6737333" y="698369"/>
            <a:chExt cx="4474935" cy="4874457"/>
          </a:xfrm>
        </p:grpSpPr>
        <p:grpSp>
          <p:nvGrpSpPr>
            <p:cNvPr id="8" name="Graphic 4">
              <a:extLst>
                <a:ext uri="{FF2B5EF4-FFF2-40B4-BE49-F238E27FC236}">
                  <a16:creationId xmlns:a16="http://schemas.microsoft.com/office/drawing/2014/main" id="{86072C53-2E95-B09D-A487-BE75EFD48C74}"/>
                </a:ext>
              </a:extLst>
            </p:cNvPr>
            <p:cNvGrpSpPr/>
            <p:nvPr/>
          </p:nvGrpSpPr>
          <p:grpSpPr>
            <a:xfrm>
              <a:off x="7320136" y="1683190"/>
              <a:ext cx="3892132" cy="3889636"/>
              <a:chOff x="7325386" y="1673729"/>
              <a:chExt cx="3892132" cy="3889636"/>
            </a:xfrm>
            <a:gradFill flip="none" rotWithShape="1">
              <a:gsLst>
                <a:gs pos="0">
                  <a:schemeClr val="accent2"/>
                </a:gs>
                <a:gs pos="87000">
                  <a:srgbClr val="00C895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</p:grpSpPr>
          <p:sp>
            <p:nvSpPr>
              <p:cNvPr id="25" name="Freeform: Shape 10">
                <a:extLst>
                  <a:ext uri="{FF2B5EF4-FFF2-40B4-BE49-F238E27FC236}">
                    <a16:creationId xmlns:a16="http://schemas.microsoft.com/office/drawing/2014/main" id="{22C65CFA-D060-56D5-5320-C23DD91415B8}"/>
                  </a:ext>
                </a:extLst>
              </p:cNvPr>
              <p:cNvSpPr/>
              <p:nvPr/>
            </p:nvSpPr>
            <p:spPr>
              <a:xfrm>
                <a:off x="9228444" y="1673729"/>
                <a:ext cx="994537" cy="994537"/>
              </a:xfrm>
              <a:custGeom>
                <a:avLst/>
                <a:gdLst>
                  <a:gd name="connsiteX0" fmla="*/ 994538 w 994537"/>
                  <a:gd name="connsiteY0" fmla="*/ 497269 h 994537"/>
                  <a:gd name="connsiteX1" fmla="*/ 497269 w 994537"/>
                  <a:gd name="connsiteY1" fmla="*/ 994538 h 994537"/>
                  <a:gd name="connsiteX2" fmla="*/ 0 w 994537"/>
                  <a:gd name="connsiteY2" fmla="*/ 497269 h 994537"/>
                  <a:gd name="connsiteX3" fmla="*/ 497269 w 994537"/>
                  <a:gd name="connsiteY3" fmla="*/ 0 h 994537"/>
                  <a:gd name="connsiteX4" fmla="*/ 994538 w 994537"/>
                  <a:gd name="connsiteY4" fmla="*/ 497269 h 994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4537" h="994537">
                    <a:moveTo>
                      <a:pt x="994538" y="497269"/>
                    </a:moveTo>
                    <a:cubicBezTo>
                      <a:pt x="994538" y="771903"/>
                      <a:pt x="771903" y="994538"/>
                      <a:pt x="497269" y="994538"/>
                    </a:cubicBezTo>
                    <a:cubicBezTo>
                      <a:pt x="222635" y="994538"/>
                      <a:pt x="0" y="771903"/>
                      <a:pt x="0" y="497269"/>
                    </a:cubicBezTo>
                    <a:cubicBezTo>
                      <a:pt x="0" y="222635"/>
                      <a:pt x="222635" y="0"/>
                      <a:pt x="497269" y="0"/>
                    </a:cubicBezTo>
                    <a:cubicBezTo>
                      <a:pt x="771903" y="0"/>
                      <a:pt x="994538" y="222635"/>
                      <a:pt x="994538" y="497269"/>
                    </a:cubicBezTo>
                    <a:close/>
                  </a:path>
                </a:pathLst>
              </a:custGeom>
              <a:grpFill/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" name="Freeform: Shape 11">
                <a:extLst>
                  <a:ext uri="{FF2B5EF4-FFF2-40B4-BE49-F238E27FC236}">
                    <a16:creationId xmlns:a16="http://schemas.microsoft.com/office/drawing/2014/main" id="{9F83CCE5-118B-E46B-8087-87B537E20826}"/>
                  </a:ext>
                </a:extLst>
              </p:cNvPr>
              <p:cNvSpPr/>
              <p:nvPr/>
            </p:nvSpPr>
            <p:spPr>
              <a:xfrm>
                <a:off x="10222981" y="2668267"/>
                <a:ext cx="994537" cy="994537"/>
              </a:xfrm>
              <a:custGeom>
                <a:avLst/>
                <a:gdLst>
                  <a:gd name="connsiteX0" fmla="*/ 994538 w 994537"/>
                  <a:gd name="connsiteY0" fmla="*/ 497269 h 994537"/>
                  <a:gd name="connsiteX1" fmla="*/ 497269 w 994537"/>
                  <a:gd name="connsiteY1" fmla="*/ 994538 h 994537"/>
                  <a:gd name="connsiteX2" fmla="*/ 0 w 994537"/>
                  <a:gd name="connsiteY2" fmla="*/ 497269 h 994537"/>
                  <a:gd name="connsiteX3" fmla="*/ 497269 w 994537"/>
                  <a:gd name="connsiteY3" fmla="*/ 0 h 994537"/>
                  <a:gd name="connsiteX4" fmla="*/ 994538 w 994537"/>
                  <a:gd name="connsiteY4" fmla="*/ 497269 h 994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4537" h="994537">
                    <a:moveTo>
                      <a:pt x="994538" y="497269"/>
                    </a:moveTo>
                    <a:cubicBezTo>
                      <a:pt x="994538" y="771903"/>
                      <a:pt x="771903" y="994538"/>
                      <a:pt x="497269" y="994538"/>
                    </a:cubicBezTo>
                    <a:cubicBezTo>
                      <a:pt x="222635" y="994538"/>
                      <a:pt x="0" y="771903"/>
                      <a:pt x="0" y="497269"/>
                    </a:cubicBezTo>
                    <a:cubicBezTo>
                      <a:pt x="0" y="222635"/>
                      <a:pt x="222635" y="0"/>
                      <a:pt x="497269" y="0"/>
                    </a:cubicBezTo>
                    <a:cubicBezTo>
                      <a:pt x="771903" y="0"/>
                      <a:pt x="994538" y="222635"/>
                      <a:pt x="994538" y="497269"/>
                    </a:cubicBezTo>
                    <a:close/>
                  </a:path>
                </a:pathLst>
              </a:custGeom>
              <a:grpFill/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Freeform: Shape 12">
                <a:extLst>
                  <a:ext uri="{FF2B5EF4-FFF2-40B4-BE49-F238E27FC236}">
                    <a16:creationId xmlns:a16="http://schemas.microsoft.com/office/drawing/2014/main" id="{53F33BC9-62D8-7DEB-D160-5DD1E739780C}"/>
                  </a:ext>
                </a:extLst>
              </p:cNvPr>
              <p:cNvSpPr/>
              <p:nvPr/>
            </p:nvSpPr>
            <p:spPr>
              <a:xfrm>
                <a:off x="9228444" y="2668267"/>
                <a:ext cx="994537" cy="994537"/>
              </a:xfrm>
              <a:custGeom>
                <a:avLst/>
                <a:gdLst>
                  <a:gd name="connsiteX0" fmla="*/ 994538 w 994537"/>
                  <a:gd name="connsiteY0" fmla="*/ 497269 h 994537"/>
                  <a:gd name="connsiteX1" fmla="*/ 497269 w 994537"/>
                  <a:gd name="connsiteY1" fmla="*/ 994538 h 994537"/>
                  <a:gd name="connsiteX2" fmla="*/ 0 w 994537"/>
                  <a:gd name="connsiteY2" fmla="*/ 497269 h 994537"/>
                  <a:gd name="connsiteX3" fmla="*/ 497269 w 994537"/>
                  <a:gd name="connsiteY3" fmla="*/ 0 h 994537"/>
                  <a:gd name="connsiteX4" fmla="*/ 994538 w 994537"/>
                  <a:gd name="connsiteY4" fmla="*/ 497269 h 994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4537" h="994537">
                    <a:moveTo>
                      <a:pt x="994538" y="497269"/>
                    </a:moveTo>
                    <a:cubicBezTo>
                      <a:pt x="994538" y="771903"/>
                      <a:pt x="771903" y="994538"/>
                      <a:pt x="497269" y="994538"/>
                    </a:cubicBezTo>
                    <a:cubicBezTo>
                      <a:pt x="222635" y="994538"/>
                      <a:pt x="0" y="771903"/>
                      <a:pt x="0" y="497269"/>
                    </a:cubicBezTo>
                    <a:cubicBezTo>
                      <a:pt x="0" y="222635"/>
                      <a:pt x="222635" y="0"/>
                      <a:pt x="497269" y="0"/>
                    </a:cubicBezTo>
                    <a:cubicBezTo>
                      <a:pt x="771903" y="0"/>
                      <a:pt x="994538" y="222635"/>
                      <a:pt x="994538" y="497269"/>
                    </a:cubicBezTo>
                    <a:close/>
                  </a:path>
                </a:pathLst>
              </a:custGeom>
              <a:grpFill/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reeform: Shape 14">
                <a:extLst>
                  <a:ext uri="{FF2B5EF4-FFF2-40B4-BE49-F238E27FC236}">
                    <a16:creationId xmlns:a16="http://schemas.microsoft.com/office/drawing/2014/main" id="{11764DBA-B830-E5C7-296E-53CC53D21510}"/>
                  </a:ext>
                </a:extLst>
              </p:cNvPr>
              <p:cNvSpPr/>
              <p:nvPr/>
            </p:nvSpPr>
            <p:spPr>
              <a:xfrm>
                <a:off x="8319924" y="3574290"/>
                <a:ext cx="994537" cy="994537"/>
              </a:xfrm>
              <a:custGeom>
                <a:avLst/>
                <a:gdLst>
                  <a:gd name="connsiteX0" fmla="*/ 994538 w 994537"/>
                  <a:gd name="connsiteY0" fmla="*/ 497269 h 994537"/>
                  <a:gd name="connsiteX1" fmla="*/ 497269 w 994537"/>
                  <a:gd name="connsiteY1" fmla="*/ 994538 h 994537"/>
                  <a:gd name="connsiteX2" fmla="*/ 0 w 994537"/>
                  <a:gd name="connsiteY2" fmla="*/ 497269 h 994537"/>
                  <a:gd name="connsiteX3" fmla="*/ 497269 w 994537"/>
                  <a:gd name="connsiteY3" fmla="*/ 0 h 994537"/>
                  <a:gd name="connsiteX4" fmla="*/ 994538 w 994537"/>
                  <a:gd name="connsiteY4" fmla="*/ 497269 h 994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4537" h="994537">
                    <a:moveTo>
                      <a:pt x="994538" y="497269"/>
                    </a:moveTo>
                    <a:cubicBezTo>
                      <a:pt x="994538" y="771903"/>
                      <a:pt x="771903" y="994538"/>
                      <a:pt x="497269" y="994538"/>
                    </a:cubicBezTo>
                    <a:cubicBezTo>
                      <a:pt x="222635" y="994538"/>
                      <a:pt x="0" y="771903"/>
                      <a:pt x="0" y="497269"/>
                    </a:cubicBezTo>
                    <a:cubicBezTo>
                      <a:pt x="0" y="222635"/>
                      <a:pt x="222635" y="0"/>
                      <a:pt x="497269" y="0"/>
                    </a:cubicBezTo>
                    <a:cubicBezTo>
                      <a:pt x="771903" y="0"/>
                      <a:pt x="994538" y="222635"/>
                      <a:pt x="994538" y="497269"/>
                    </a:cubicBezTo>
                    <a:close/>
                  </a:path>
                </a:pathLst>
              </a:custGeom>
              <a:grpFill/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Freeform: Shape 16">
                <a:extLst>
                  <a:ext uri="{FF2B5EF4-FFF2-40B4-BE49-F238E27FC236}">
                    <a16:creationId xmlns:a16="http://schemas.microsoft.com/office/drawing/2014/main" id="{C1C7EF7F-5E43-BAD3-FED6-0D1F9F200AFB}"/>
                  </a:ext>
                </a:extLst>
              </p:cNvPr>
              <p:cNvSpPr/>
              <p:nvPr/>
            </p:nvSpPr>
            <p:spPr>
              <a:xfrm>
                <a:off x="8319924" y="4568828"/>
                <a:ext cx="994537" cy="994537"/>
              </a:xfrm>
              <a:custGeom>
                <a:avLst/>
                <a:gdLst>
                  <a:gd name="connsiteX0" fmla="*/ 994538 w 994537"/>
                  <a:gd name="connsiteY0" fmla="*/ 497269 h 994537"/>
                  <a:gd name="connsiteX1" fmla="*/ 497269 w 994537"/>
                  <a:gd name="connsiteY1" fmla="*/ 994538 h 994537"/>
                  <a:gd name="connsiteX2" fmla="*/ 0 w 994537"/>
                  <a:gd name="connsiteY2" fmla="*/ 497269 h 994537"/>
                  <a:gd name="connsiteX3" fmla="*/ 497269 w 994537"/>
                  <a:gd name="connsiteY3" fmla="*/ 0 h 994537"/>
                  <a:gd name="connsiteX4" fmla="*/ 994538 w 994537"/>
                  <a:gd name="connsiteY4" fmla="*/ 497269 h 994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4537" h="994537">
                    <a:moveTo>
                      <a:pt x="994538" y="497269"/>
                    </a:moveTo>
                    <a:cubicBezTo>
                      <a:pt x="994538" y="771903"/>
                      <a:pt x="771903" y="994538"/>
                      <a:pt x="497269" y="994538"/>
                    </a:cubicBezTo>
                    <a:cubicBezTo>
                      <a:pt x="222635" y="994538"/>
                      <a:pt x="0" y="771903"/>
                      <a:pt x="0" y="497269"/>
                    </a:cubicBezTo>
                    <a:cubicBezTo>
                      <a:pt x="0" y="222635"/>
                      <a:pt x="222635" y="0"/>
                      <a:pt x="497269" y="0"/>
                    </a:cubicBezTo>
                    <a:cubicBezTo>
                      <a:pt x="771903" y="0"/>
                      <a:pt x="994538" y="222635"/>
                      <a:pt x="994538" y="497269"/>
                    </a:cubicBezTo>
                    <a:close/>
                  </a:path>
                </a:pathLst>
              </a:custGeom>
              <a:grpFill/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: Shape 17">
                <a:extLst>
                  <a:ext uri="{FF2B5EF4-FFF2-40B4-BE49-F238E27FC236}">
                    <a16:creationId xmlns:a16="http://schemas.microsoft.com/office/drawing/2014/main" id="{25CB4C0C-2FB4-9879-9019-3C947E378725}"/>
                  </a:ext>
                </a:extLst>
              </p:cNvPr>
              <p:cNvSpPr/>
              <p:nvPr/>
            </p:nvSpPr>
            <p:spPr>
              <a:xfrm>
                <a:off x="9228444" y="3574290"/>
                <a:ext cx="1989075" cy="1989075"/>
              </a:xfrm>
              <a:custGeom>
                <a:avLst/>
                <a:gdLst>
                  <a:gd name="connsiteX0" fmla="*/ 1989075 w 1989075"/>
                  <a:gd name="connsiteY0" fmla="*/ 994538 h 1989075"/>
                  <a:gd name="connsiteX1" fmla="*/ 994537 w 1989075"/>
                  <a:gd name="connsiteY1" fmla="*/ 1989076 h 1989075"/>
                  <a:gd name="connsiteX2" fmla="*/ 0 w 1989075"/>
                  <a:gd name="connsiteY2" fmla="*/ 994538 h 1989075"/>
                  <a:gd name="connsiteX3" fmla="*/ 994537 w 1989075"/>
                  <a:gd name="connsiteY3" fmla="*/ 0 h 1989075"/>
                  <a:gd name="connsiteX4" fmla="*/ 1989075 w 1989075"/>
                  <a:gd name="connsiteY4" fmla="*/ 994538 h 19890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89075" h="1989075">
                    <a:moveTo>
                      <a:pt x="1989075" y="994538"/>
                    </a:moveTo>
                    <a:cubicBezTo>
                      <a:pt x="1989075" y="1543806"/>
                      <a:pt x="1543806" y="1989076"/>
                      <a:pt x="994537" y="1989076"/>
                    </a:cubicBezTo>
                    <a:cubicBezTo>
                      <a:pt x="445270" y="1989076"/>
                      <a:pt x="0" y="1543806"/>
                      <a:pt x="0" y="994538"/>
                    </a:cubicBezTo>
                    <a:cubicBezTo>
                      <a:pt x="0" y="445270"/>
                      <a:pt x="445270" y="0"/>
                      <a:pt x="994537" y="0"/>
                    </a:cubicBezTo>
                    <a:cubicBezTo>
                      <a:pt x="1543805" y="0"/>
                      <a:pt x="1989075" y="445270"/>
                      <a:pt x="1989075" y="994538"/>
                    </a:cubicBezTo>
                    <a:close/>
                  </a:path>
                </a:pathLst>
              </a:custGeom>
              <a:grpFill/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: Shape 18">
                <a:extLst>
                  <a:ext uri="{FF2B5EF4-FFF2-40B4-BE49-F238E27FC236}">
                    <a16:creationId xmlns:a16="http://schemas.microsoft.com/office/drawing/2014/main" id="{74599F88-A02C-DC69-9767-D82F0C31F5BC}"/>
                  </a:ext>
                </a:extLst>
              </p:cNvPr>
              <p:cNvSpPr/>
              <p:nvPr/>
            </p:nvSpPr>
            <p:spPr>
              <a:xfrm>
                <a:off x="7325386" y="1673729"/>
                <a:ext cx="1989075" cy="1989075"/>
              </a:xfrm>
              <a:custGeom>
                <a:avLst/>
                <a:gdLst>
                  <a:gd name="connsiteX0" fmla="*/ 1989075 w 1989075"/>
                  <a:gd name="connsiteY0" fmla="*/ 994538 h 1989075"/>
                  <a:gd name="connsiteX1" fmla="*/ 994538 w 1989075"/>
                  <a:gd name="connsiteY1" fmla="*/ 1989076 h 1989075"/>
                  <a:gd name="connsiteX2" fmla="*/ 0 w 1989075"/>
                  <a:gd name="connsiteY2" fmla="*/ 994538 h 1989075"/>
                  <a:gd name="connsiteX3" fmla="*/ 994538 w 1989075"/>
                  <a:gd name="connsiteY3" fmla="*/ 0 h 1989075"/>
                  <a:gd name="connsiteX4" fmla="*/ 1989075 w 1989075"/>
                  <a:gd name="connsiteY4" fmla="*/ 994538 h 19890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89075" h="1989075">
                    <a:moveTo>
                      <a:pt x="1989075" y="994538"/>
                    </a:moveTo>
                    <a:cubicBezTo>
                      <a:pt x="1989075" y="1543806"/>
                      <a:pt x="1543806" y="1989076"/>
                      <a:pt x="994538" y="1989076"/>
                    </a:cubicBezTo>
                    <a:cubicBezTo>
                      <a:pt x="445270" y="1989076"/>
                      <a:pt x="0" y="1543806"/>
                      <a:pt x="0" y="994538"/>
                    </a:cubicBezTo>
                    <a:cubicBezTo>
                      <a:pt x="0" y="445270"/>
                      <a:pt x="445270" y="0"/>
                      <a:pt x="994538" y="0"/>
                    </a:cubicBezTo>
                    <a:cubicBezTo>
                      <a:pt x="1543806" y="0"/>
                      <a:pt x="1989075" y="445270"/>
                      <a:pt x="1989075" y="994538"/>
                    </a:cubicBezTo>
                    <a:close/>
                  </a:path>
                </a:pathLst>
              </a:custGeom>
              <a:grpFill/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9" name="Graphic 4">
              <a:extLst>
                <a:ext uri="{FF2B5EF4-FFF2-40B4-BE49-F238E27FC236}">
                  <a16:creationId xmlns:a16="http://schemas.microsoft.com/office/drawing/2014/main" id="{156702E2-D433-5D6C-464D-4BE0B20E08D1}"/>
                </a:ext>
              </a:extLst>
            </p:cNvPr>
            <p:cNvGrpSpPr/>
            <p:nvPr/>
          </p:nvGrpSpPr>
          <p:grpSpPr>
            <a:xfrm>
              <a:off x="8800171" y="698369"/>
              <a:ext cx="2346990" cy="2346990"/>
              <a:chOff x="8800171" y="698369"/>
              <a:chExt cx="2346990" cy="2346990"/>
            </a:xfrm>
            <a:noFill/>
          </p:grpSpPr>
          <p:sp>
            <p:nvSpPr>
              <p:cNvPr id="18" name="Freeform: Shape 20">
                <a:extLst>
                  <a:ext uri="{FF2B5EF4-FFF2-40B4-BE49-F238E27FC236}">
                    <a16:creationId xmlns:a16="http://schemas.microsoft.com/office/drawing/2014/main" id="{FE6CBFB4-7B26-A074-1A82-C12752F5799B}"/>
                  </a:ext>
                </a:extLst>
              </p:cNvPr>
              <p:cNvSpPr/>
              <p:nvPr/>
            </p:nvSpPr>
            <p:spPr>
              <a:xfrm>
                <a:off x="9386975" y="698369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6 h 586690"/>
                  <a:gd name="connsiteX1" fmla="*/ 293345 w 586690"/>
                  <a:gd name="connsiteY1" fmla="*/ 586691 h 586690"/>
                  <a:gd name="connsiteX2" fmla="*/ 0 w 586690"/>
                  <a:gd name="connsiteY2" fmla="*/ 293346 h 586690"/>
                  <a:gd name="connsiteX3" fmla="*/ 293345 w 586690"/>
                  <a:gd name="connsiteY3" fmla="*/ 0 h 586690"/>
                  <a:gd name="connsiteX4" fmla="*/ 586691 w 586690"/>
                  <a:gd name="connsiteY4" fmla="*/ 293346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6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6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6"/>
                    </a:cubicBezTo>
                    <a:close/>
                  </a:path>
                </a:pathLst>
              </a:custGeom>
              <a:noFill/>
              <a:ln w="11334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Freeform: Shape 21">
                <a:extLst>
                  <a:ext uri="{FF2B5EF4-FFF2-40B4-BE49-F238E27FC236}">
                    <a16:creationId xmlns:a16="http://schemas.microsoft.com/office/drawing/2014/main" id="{F5C43A1F-78BD-DC0F-3C29-1D4D1C79394A}"/>
                  </a:ext>
                </a:extLst>
              </p:cNvPr>
              <p:cNvSpPr/>
              <p:nvPr/>
            </p:nvSpPr>
            <p:spPr>
              <a:xfrm>
                <a:off x="9386975" y="1285174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5 h 586690"/>
                  <a:gd name="connsiteX1" fmla="*/ 293345 w 586690"/>
                  <a:gd name="connsiteY1" fmla="*/ 586691 h 586690"/>
                  <a:gd name="connsiteX2" fmla="*/ 0 w 586690"/>
                  <a:gd name="connsiteY2" fmla="*/ 293345 h 586690"/>
                  <a:gd name="connsiteX3" fmla="*/ 293345 w 586690"/>
                  <a:gd name="connsiteY3" fmla="*/ 0 h 586690"/>
                  <a:gd name="connsiteX4" fmla="*/ 586691 w 586690"/>
                  <a:gd name="connsiteY4" fmla="*/ 293345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5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5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5"/>
                    </a:cubicBezTo>
                    <a:close/>
                  </a:path>
                </a:pathLst>
              </a:custGeom>
              <a:noFill/>
              <a:ln w="11334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" name="Freeform: Shape 22">
                <a:extLst>
                  <a:ext uri="{FF2B5EF4-FFF2-40B4-BE49-F238E27FC236}">
                    <a16:creationId xmlns:a16="http://schemas.microsoft.com/office/drawing/2014/main" id="{94E27D35-EAF2-C7D7-1618-139DE8DC8274}"/>
                  </a:ext>
                </a:extLst>
              </p:cNvPr>
              <p:cNvSpPr/>
              <p:nvPr/>
            </p:nvSpPr>
            <p:spPr>
              <a:xfrm>
                <a:off x="9973666" y="1285174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5 h 586690"/>
                  <a:gd name="connsiteX1" fmla="*/ 293346 w 586690"/>
                  <a:gd name="connsiteY1" fmla="*/ 586691 h 586690"/>
                  <a:gd name="connsiteX2" fmla="*/ 0 w 586690"/>
                  <a:gd name="connsiteY2" fmla="*/ 293345 h 586690"/>
                  <a:gd name="connsiteX3" fmla="*/ 293346 w 586690"/>
                  <a:gd name="connsiteY3" fmla="*/ 0 h 586690"/>
                  <a:gd name="connsiteX4" fmla="*/ 586691 w 586690"/>
                  <a:gd name="connsiteY4" fmla="*/ 293345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5"/>
                    </a:moveTo>
                    <a:cubicBezTo>
                      <a:pt x="586691" y="455356"/>
                      <a:pt x="455356" y="586691"/>
                      <a:pt x="293346" y="586691"/>
                    </a:cubicBezTo>
                    <a:cubicBezTo>
                      <a:pt x="131335" y="586691"/>
                      <a:pt x="0" y="455356"/>
                      <a:pt x="0" y="293345"/>
                    </a:cubicBezTo>
                    <a:cubicBezTo>
                      <a:pt x="0" y="131335"/>
                      <a:pt x="131335" y="0"/>
                      <a:pt x="293346" y="0"/>
                    </a:cubicBezTo>
                    <a:cubicBezTo>
                      <a:pt x="455356" y="0"/>
                      <a:pt x="586691" y="131335"/>
                      <a:pt x="586691" y="293345"/>
                    </a:cubicBezTo>
                    <a:close/>
                  </a:path>
                </a:pathLst>
              </a:custGeom>
              <a:noFill/>
              <a:ln w="11334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" name="Freeform: Shape 23">
                <a:extLst>
                  <a:ext uri="{FF2B5EF4-FFF2-40B4-BE49-F238E27FC236}">
                    <a16:creationId xmlns:a16="http://schemas.microsoft.com/office/drawing/2014/main" id="{6B37CC51-8FB7-31BB-874A-626EB1EE6A2D}"/>
                  </a:ext>
                </a:extLst>
              </p:cNvPr>
              <p:cNvSpPr/>
              <p:nvPr/>
            </p:nvSpPr>
            <p:spPr>
              <a:xfrm>
                <a:off x="10560470" y="1285174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5 h 586690"/>
                  <a:gd name="connsiteX1" fmla="*/ 293345 w 586690"/>
                  <a:gd name="connsiteY1" fmla="*/ 586691 h 586690"/>
                  <a:gd name="connsiteX2" fmla="*/ 0 w 586690"/>
                  <a:gd name="connsiteY2" fmla="*/ 293345 h 586690"/>
                  <a:gd name="connsiteX3" fmla="*/ 293345 w 586690"/>
                  <a:gd name="connsiteY3" fmla="*/ 0 h 586690"/>
                  <a:gd name="connsiteX4" fmla="*/ 586691 w 586690"/>
                  <a:gd name="connsiteY4" fmla="*/ 293345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5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5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5"/>
                    </a:cubicBezTo>
                    <a:close/>
                  </a:path>
                </a:pathLst>
              </a:custGeom>
              <a:noFill/>
              <a:ln w="11334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: Shape 24">
                <a:extLst>
                  <a:ext uri="{FF2B5EF4-FFF2-40B4-BE49-F238E27FC236}">
                    <a16:creationId xmlns:a16="http://schemas.microsoft.com/office/drawing/2014/main" id="{DB741376-B1FB-D194-7823-260D2362E34A}"/>
                  </a:ext>
                </a:extLst>
              </p:cNvPr>
              <p:cNvSpPr/>
              <p:nvPr/>
            </p:nvSpPr>
            <p:spPr>
              <a:xfrm>
                <a:off x="9386975" y="1871978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6 h 586690"/>
                  <a:gd name="connsiteX1" fmla="*/ 293345 w 586690"/>
                  <a:gd name="connsiteY1" fmla="*/ 586691 h 586690"/>
                  <a:gd name="connsiteX2" fmla="*/ 0 w 586690"/>
                  <a:gd name="connsiteY2" fmla="*/ 293346 h 586690"/>
                  <a:gd name="connsiteX3" fmla="*/ 293345 w 586690"/>
                  <a:gd name="connsiteY3" fmla="*/ 0 h 586690"/>
                  <a:gd name="connsiteX4" fmla="*/ 586691 w 586690"/>
                  <a:gd name="connsiteY4" fmla="*/ 293346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6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6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6"/>
                    </a:cubicBezTo>
                    <a:close/>
                  </a:path>
                </a:pathLst>
              </a:custGeom>
              <a:noFill/>
              <a:ln w="11334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" name="Freeform: Shape 25">
                <a:extLst>
                  <a:ext uri="{FF2B5EF4-FFF2-40B4-BE49-F238E27FC236}">
                    <a16:creationId xmlns:a16="http://schemas.microsoft.com/office/drawing/2014/main" id="{CFD6C456-8EEE-3035-175F-92A33FDB27A6}"/>
                  </a:ext>
                </a:extLst>
              </p:cNvPr>
              <p:cNvSpPr/>
              <p:nvPr/>
            </p:nvSpPr>
            <p:spPr>
              <a:xfrm>
                <a:off x="8800171" y="1871978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6 h 586690"/>
                  <a:gd name="connsiteX1" fmla="*/ 293345 w 586690"/>
                  <a:gd name="connsiteY1" fmla="*/ 586691 h 586690"/>
                  <a:gd name="connsiteX2" fmla="*/ 0 w 586690"/>
                  <a:gd name="connsiteY2" fmla="*/ 293346 h 586690"/>
                  <a:gd name="connsiteX3" fmla="*/ 293345 w 586690"/>
                  <a:gd name="connsiteY3" fmla="*/ 0 h 586690"/>
                  <a:gd name="connsiteX4" fmla="*/ 586691 w 586690"/>
                  <a:gd name="connsiteY4" fmla="*/ 293346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6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6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6"/>
                    </a:cubicBezTo>
                    <a:close/>
                  </a:path>
                </a:pathLst>
              </a:custGeom>
              <a:noFill/>
              <a:ln w="11334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" name="Freeform: Shape 26">
                <a:extLst>
                  <a:ext uri="{FF2B5EF4-FFF2-40B4-BE49-F238E27FC236}">
                    <a16:creationId xmlns:a16="http://schemas.microsoft.com/office/drawing/2014/main" id="{034DF94C-6664-3E26-B4E4-2CFE4DB1DBD4}"/>
                  </a:ext>
                </a:extLst>
              </p:cNvPr>
              <p:cNvSpPr/>
              <p:nvPr/>
            </p:nvSpPr>
            <p:spPr>
              <a:xfrm>
                <a:off x="9386975" y="2458669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6 h 586690"/>
                  <a:gd name="connsiteX1" fmla="*/ 293345 w 586690"/>
                  <a:gd name="connsiteY1" fmla="*/ 586691 h 586690"/>
                  <a:gd name="connsiteX2" fmla="*/ 0 w 586690"/>
                  <a:gd name="connsiteY2" fmla="*/ 293346 h 586690"/>
                  <a:gd name="connsiteX3" fmla="*/ 293345 w 586690"/>
                  <a:gd name="connsiteY3" fmla="*/ 0 h 586690"/>
                  <a:gd name="connsiteX4" fmla="*/ 586691 w 586690"/>
                  <a:gd name="connsiteY4" fmla="*/ 293346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6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6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6"/>
                    </a:cubicBezTo>
                    <a:close/>
                  </a:path>
                </a:pathLst>
              </a:custGeom>
              <a:noFill/>
              <a:ln w="11334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10" name="Graphic 4">
              <a:extLst>
                <a:ext uri="{FF2B5EF4-FFF2-40B4-BE49-F238E27FC236}">
                  <a16:creationId xmlns:a16="http://schemas.microsoft.com/office/drawing/2014/main" id="{A2B2827C-1863-E546-2A87-42755DA0F09E}"/>
                </a:ext>
              </a:extLst>
            </p:cNvPr>
            <p:cNvGrpSpPr/>
            <p:nvPr/>
          </p:nvGrpSpPr>
          <p:grpSpPr>
            <a:xfrm>
              <a:off x="6737333" y="3172458"/>
              <a:ext cx="1303316" cy="1303316"/>
              <a:chOff x="6737333" y="3172458"/>
              <a:chExt cx="1303316" cy="1303316"/>
            </a:xfrm>
            <a:noFill/>
          </p:grpSpPr>
          <p:sp>
            <p:nvSpPr>
              <p:cNvPr id="11" name="Freeform: Shape 28">
                <a:extLst>
                  <a:ext uri="{FF2B5EF4-FFF2-40B4-BE49-F238E27FC236}">
                    <a16:creationId xmlns:a16="http://schemas.microsoft.com/office/drawing/2014/main" id="{0D1E3265-4E49-BECB-FD0A-C98BD0BA1236}"/>
                  </a:ext>
                </a:extLst>
              </p:cNvPr>
              <p:cNvSpPr/>
              <p:nvPr/>
            </p:nvSpPr>
            <p:spPr>
              <a:xfrm>
                <a:off x="6737333" y="3498145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5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8"/>
                      <a:pt x="325914" y="162957"/>
                    </a:cubicBezTo>
                    <a:close/>
                  </a:path>
                </a:pathLst>
              </a:custGeom>
              <a:noFill/>
              <a:ln w="635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Freeform: Shape 29">
                <a:extLst>
                  <a:ext uri="{FF2B5EF4-FFF2-40B4-BE49-F238E27FC236}">
                    <a16:creationId xmlns:a16="http://schemas.microsoft.com/office/drawing/2014/main" id="{FE96E4DB-A59F-E497-10B1-E3D91D57DCCE}"/>
                  </a:ext>
                </a:extLst>
              </p:cNvPr>
              <p:cNvSpPr/>
              <p:nvPr/>
            </p:nvSpPr>
            <p:spPr>
              <a:xfrm>
                <a:off x="6737333" y="3824059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5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9"/>
                      <a:pt x="325914" y="162957"/>
                    </a:cubicBezTo>
                    <a:close/>
                  </a:path>
                </a:pathLst>
              </a:custGeom>
              <a:noFill/>
              <a:ln w="635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" name="Freeform: Shape 30">
                <a:extLst>
                  <a:ext uri="{FF2B5EF4-FFF2-40B4-BE49-F238E27FC236}">
                    <a16:creationId xmlns:a16="http://schemas.microsoft.com/office/drawing/2014/main" id="{2EF78A13-53BC-233B-888F-B59C5CA14E64}"/>
                  </a:ext>
                </a:extLst>
              </p:cNvPr>
              <p:cNvSpPr/>
              <p:nvPr/>
            </p:nvSpPr>
            <p:spPr>
              <a:xfrm>
                <a:off x="7714736" y="3824059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5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9"/>
                      <a:pt x="325914" y="162957"/>
                    </a:cubicBezTo>
                    <a:close/>
                  </a:path>
                </a:pathLst>
              </a:custGeom>
              <a:noFill/>
              <a:ln w="635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" name="Freeform: Shape 31">
                <a:extLst>
                  <a:ext uri="{FF2B5EF4-FFF2-40B4-BE49-F238E27FC236}">
                    <a16:creationId xmlns:a16="http://schemas.microsoft.com/office/drawing/2014/main" id="{8159DEDC-0F42-34C2-6646-ED76BFA358DA}"/>
                  </a:ext>
                </a:extLst>
              </p:cNvPr>
              <p:cNvSpPr/>
              <p:nvPr/>
            </p:nvSpPr>
            <p:spPr>
              <a:xfrm>
                <a:off x="7388935" y="3824059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5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9"/>
                      <a:pt x="325914" y="162957"/>
                    </a:cubicBezTo>
                    <a:close/>
                  </a:path>
                </a:pathLst>
              </a:custGeom>
              <a:noFill/>
              <a:ln w="635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Freeform: Shape 32">
                <a:extLst>
                  <a:ext uri="{FF2B5EF4-FFF2-40B4-BE49-F238E27FC236}">
                    <a16:creationId xmlns:a16="http://schemas.microsoft.com/office/drawing/2014/main" id="{03F8E8D5-5F2E-C3E8-E51E-4A171DD25519}"/>
                  </a:ext>
                </a:extLst>
              </p:cNvPr>
              <p:cNvSpPr/>
              <p:nvPr/>
            </p:nvSpPr>
            <p:spPr>
              <a:xfrm>
                <a:off x="7063134" y="3824059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5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9"/>
                      <a:pt x="325914" y="162957"/>
                    </a:cubicBezTo>
                    <a:close/>
                  </a:path>
                </a:pathLst>
              </a:custGeom>
              <a:noFill/>
              <a:ln w="635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Freeform: Shape 33">
                <a:extLst>
                  <a:ext uri="{FF2B5EF4-FFF2-40B4-BE49-F238E27FC236}">
                    <a16:creationId xmlns:a16="http://schemas.microsoft.com/office/drawing/2014/main" id="{05FEAEBD-A2BC-3FD8-D597-93628D2EC13A}"/>
                  </a:ext>
                </a:extLst>
              </p:cNvPr>
              <p:cNvSpPr/>
              <p:nvPr/>
            </p:nvSpPr>
            <p:spPr>
              <a:xfrm>
                <a:off x="7063134" y="4149860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6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9"/>
                      <a:pt x="325914" y="162957"/>
                    </a:cubicBezTo>
                    <a:close/>
                  </a:path>
                </a:pathLst>
              </a:custGeom>
              <a:noFill/>
              <a:ln w="635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" name="Freeform: Shape 34">
                <a:extLst>
                  <a:ext uri="{FF2B5EF4-FFF2-40B4-BE49-F238E27FC236}">
                    <a16:creationId xmlns:a16="http://schemas.microsoft.com/office/drawing/2014/main" id="{898FA4E5-5851-7139-3ABC-7F938FB3191F}"/>
                  </a:ext>
                </a:extLst>
              </p:cNvPr>
              <p:cNvSpPr/>
              <p:nvPr/>
            </p:nvSpPr>
            <p:spPr>
              <a:xfrm>
                <a:off x="7389048" y="3172458"/>
                <a:ext cx="651601" cy="651601"/>
              </a:xfrm>
              <a:custGeom>
                <a:avLst/>
                <a:gdLst>
                  <a:gd name="connsiteX0" fmla="*/ 651601 w 651601"/>
                  <a:gd name="connsiteY0" fmla="*/ 325801 h 651601"/>
                  <a:gd name="connsiteX1" fmla="*/ 325801 w 651601"/>
                  <a:gd name="connsiteY1" fmla="*/ 651602 h 651601"/>
                  <a:gd name="connsiteX2" fmla="*/ 0 w 651601"/>
                  <a:gd name="connsiteY2" fmla="*/ 325801 h 651601"/>
                  <a:gd name="connsiteX3" fmla="*/ 325801 w 651601"/>
                  <a:gd name="connsiteY3" fmla="*/ 0 h 651601"/>
                  <a:gd name="connsiteX4" fmla="*/ 651601 w 651601"/>
                  <a:gd name="connsiteY4" fmla="*/ 325801 h 6516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1601" h="651601">
                    <a:moveTo>
                      <a:pt x="651601" y="325801"/>
                    </a:moveTo>
                    <a:cubicBezTo>
                      <a:pt x="651601" y="505735"/>
                      <a:pt x="505735" y="651602"/>
                      <a:pt x="325801" y="651602"/>
                    </a:cubicBezTo>
                    <a:cubicBezTo>
                      <a:pt x="145866" y="651602"/>
                      <a:pt x="0" y="505735"/>
                      <a:pt x="0" y="325801"/>
                    </a:cubicBezTo>
                    <a:cubicBezTo>
                      <a:pt x="0" y="145866"/>
                      <a:pt x="145866" y="0"/>
                      <a:pt x="325801" y="0"/>
                    </a:cubicBezTo>
                    <a:cubicBezTo>
                      <a:pt x="505735" y="0"/>
                      <a:pt x="651601" y="145866"/>
                      <a:pt x="651601" y="325801"/>
                    </a:cubicBezTo>
                    <a:close/>
                  </a:path>
                </a:pathLst>
              </a:custGeom>
              <a:noFill/>
              <a:ln w="635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cxnSp>
        <p:nvCxnSpPr>
          <p:cNvPr id="32" name="Straight Connector 3">
            <a:extLst>
              <a:ext uri="{FF2B5EF4-FFF2-40B4-BE49-F238E27FC236}">
                <a16:creationId xmlns:a16="http://schemas.microsoft.com/office/drawing/2014/main" id="{2E64A966-26DA-6F94-7F62-D8288802B420}"/>
              </a:ext>
            </a:extLst>
          </p:cNvPr>
          <p:cNvCxnSpPr>
            <a:cxnSpLocks/>
          </p:cNvCxnSpPr>
          <p:nvPr userDrawn="1"/>
        </p:nvCxnSpPr>
        <p:spPr>
          <a:xfrm>
            <a:off x="0" y="3212976"/>
            <a:ext cx="3214688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54202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Cov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12B511E-AF60-7D2F-402C-1D022477DD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4" y="333375"/>
            <a:ext cx="5473700" cy="2519362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100000"/>
              </a:lnSpc>
              <a:defRPr sz="4800" b="1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B32B0ACD-AC5A-8CF9-BACC-BDB51EC176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5" y="3645024"/>
            <a:ext cx="4681136" cy="79248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765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TW" altLang="en-US"/>
              <a:t>按一下以編輯母片子標題樣式</a:t>
            </a:r>
            <a:endParaRPr lang="en-US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B7062665-7D1E-9167-709A-D8696CDB0F2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0863" y="4581525"/>
            <a:ext cx="4681537" cy="288025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sz="1200" b="0"/>
            </a:lvl1pPr>
            <a:lvl2pPr marL="7937" indent="0">
              <a:buNone/>
              <a:defRPr/>
            </a:lvl2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CAAEADD5-2A01-B41A-166F-CA88B45EA00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67438" y="-1"/>
            <a:ext cx="6024562" cy="6857989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1AB648-2AF3-874C-40EA-17F0022B4E3B}"/>
              </a:ext>
            </a:extLst>
          </p:cNvPr>
          <p:cNvCxnSpPr>
            <a:cxnSpLocks/>
          </p:cNvCxnSpPr>
          <p:nvPr userDrawn="1"/>
        </p:nvCxnSpPr>
        <p:spPr>
          <a:xfrm>
            <a:off x="0" y="3212976"/>
            <a:ext cx="3214688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1847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12B511E-AF60-7D2F-402C-1D022477DD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4" y="333375"/>
            <a:ext cx="5473700" cy="2519362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100000"/>
              </a:lnSpc>
              <a:defRPr sz="4800" b="1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B32B0ACD-AC5A-8CF9-BACC-BDB51EC176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5" y="3645024"/>
            <a:ext cx="4681136" cy="79248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765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TW" altLang="en-US"/>
              <a:t>按一下以編輯母片子標題樣式</a:t>
            </a:r>
            <a:endParaRPr lang="en-US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B7062665-7D1E-9167-709A-D8696CDB0F2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0863" y="4581525"/>
            <a:ext cx="4681537" cy="288025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sz="1200" b="0"/>
            </a:lvl1pPr>
            <a:lvl2pPr marL="7937" indent="0">
              <a:buNone/>
              <a:defRPr/>
            </a:lvl2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1AB648-2AF3-874C-40EA-17F0022B4E3B}"/>
              </a:ext>
            </a:extLst>
          </p:cNvPr>
          <p:cNvCxnSpPr>
            <a:cxnSpLocks/>
          </p:cNvCxnSpPr>
          <p:nvPr userDrawn="1"/>
        </p:nvCxnSpPr>
        <p:spPr>
          <a:xfrm>
            <a:off x="0" y="3212976"/>
            <a:ext cx="3214688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75DA18D-0E9F-0290-4BC6-37E9DB25FEE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83338" y="333374"/>
            <a:ext cx="5473700" cy="5543891"/>
          </a:xfrm>
          <a:prstGeom prst="rect">
            <a:avLst/>
          </a:prstGeom>
        </p:spPr>
        <p:txBody>
          <a:bodyPr lIns="144000" tIns="72000" rIns="144000" bIns="72000" anchor="ctr"/>
          <a:lstStyle>
            <a:lvl1pPr>
              <a:lnSpc>
                <a:spcPct val="100000"/>
              </a:lnSpc>
              <a:buClr>
                <a:schemeClr val="accent1"/>
              </a:buClr>
              <a:buSzPct val="120000"/>
              <a:defRPr/>
            </a:lvl1pPr>
            <a:lvl2pPr>
              <a:lnSpc>
                <a:spcPct val="100000"/>
              </a:lnSpc>
              <a:buClr>
                <a:schemeClr val="accent1"/>
              </a:buClr>
              <a:buSzPct val="120000"/>
              <a:defRPr/>
            </a:lvl2pPr>
            <a:lvl3pPr>
              <a:lnSpc>
                <a:spcPct val="100000"/>
              </a:lnSpc>
              <a:buClr>
                <a:schemeClr val="accent1"/>
              </a:buClr>
              <a:buSzPct val="120000"/>
              <a:defRPr/>
            </a:lvl3pPr>
            <a:lvl4pPr>
              <a:lnSpc>
                <a:spcPct val="100000"/>
              </a:lnSpc>
              <a:buClr>
                <a:schemeClr val="accent1"/>
              </a:buClr>
              <a:buSzPct val="120000"/>
              <a:defRPr/>
            </a:lvl4pPr>
            <a:lvl5pPr>
              <a:lnSpc>
                <a:spcPct val="100000"/>
              </a:lnSpc>
              <a:buClr>
                <a:schemeClr val="accent1"/>
              </a:buClr>
              <a:buSzPct val="120000"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5158087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DEDF40D-160E-FCEA-4969-BB4118D61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6168" y="1341001"/>
            <a:ext cx="5943600" cy="3240521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4800" b="1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pic>
        <p:nvPicPr>
          <p:cNvPr id="5" name="Graphic 8">
            <a:extLst>
              <a:ext uri="{FF2B5EF4-FFF2-40B4-BE49-F238E27FC236}">
                <a16:creationId xmlns:a16="http://schemas.microsoft.com/office/drawing/2014/main" id="{21845408-4483-A8D2-0412-A0D31FB6E60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3071"/>
          <a:stretch>
            <a:fillRect/>
          </a:stretch>
        </p:blipFill>
        <p:spPr>
          <a:xfrm>
            <a:off x="8276208" y="1041276"/>
            <a:ext cx="3915791" cy="3951586"/>
          </a:xfrm>
          <a:prstGeom prst="rect">
            <a:avLst/>
          </a:prstGeom>
        </p:spPr>
      </p:pic>
      <p:pic>
        <p:nvPicPr>
          <p:cNvPr id="6" name="Graphic 14">
            <a:extLst>
              <a:ext uri="{FF2B5EF4-FFF2-40B4-BE49-F238E27FC236}">
                <a16:creationId xmlns:a16="http://schemas.microsoft.com/office/drawing/2014/main" id="{6E51922A-ADC2-36E9-3DD2-1F99B383451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6865"/>
          <a:stretch>
            <a:fillRect/>
          </a:stretch>
        </p:blipFill>
        <p:spPr>
          <a:xfrm rot="16200000">
            <a:off x="10073939" y="126515"/>
            <a:ext cx="1348410" cy="1095375"/>
          </a:xfrm>
          <a:prstGeom prst="rect">
            <a:avLst/>
          </a:prstGeom>
        </p:spPr>
      </p:pic>
      <p:pic>
        <p:nvPicPr>
          <p:cNvPr id="7" name="Graphic 11">
            <a:extLst>
              <a:ext uri="{FF2B5EF4-FFF2-40B4-BE49-F238E27FC236}">
                <a16:creationId xmlns:a16="http://schemas.microsoft.com/office/drawing/2014/main" id="{2330F894-257E-6E10-7500-4C69D784910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b="4943"/>
          <a:stretch>
            <a:fillRect/>
          </a:stretch>
        </p:blipFill>
        <p:spPr>
          <a:xfrm>
            <a:off x="5088000" y="2349000"/>
            <a:ext cx="4743450" cy="450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739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Divider Faded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8">
            <a:extLst>
              <a:ext uri="{FF2B5EF4-FFF2-40B4-BE49-F238E27FC236}">
                <a16:creationId xmlns:a16="http://schemas.microsoft.com/office/drawing/2014/main" id="{21845408-4483-A8D2-0412-A0D31FB6E60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3071"/>
          <a:stretch>
            <a:fillRect/>
          </a:stretch>
        </p:blipFill>
        <p:spPr>
          <a:xfrm>
            <a:off x="8276208" y="1041276"/>
            <a:ext cx="3915791" cy="3951586"/>
          </a:xfrm>
          <a:prstGeom prst="rect">
            <a:avLst/>
          </a:prstGeom>
        </p:spPr>
      </p:pic>
      <p:pic>
        <p:nvPicPr>
          <p:cNvPr id="6" name="Graphic 14">
            <a:extLst>
              <a:ext uri="{FF2B5EF4-FFF2-40B4-BE49-F238E27FC236}">
                <a16:creationId xmlns:a16="http://schemas.microsoft.com/office/drawing/2014/main" id="{6E51922A-ADC2-36E9-3DD2-1F99B383451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6865"/>
          <a:stretch>
            <a:fillRect/>
          </a:stretch>
        </p:blipFill>
        <p:spPr>
          <a:xfrm rot="16200000">
            <a:off x="10073939" y="126515"/>
            <a:ext cx="1348410" cy="1095375"/>
          </a:xfrm>
          <a:prstGeom prst="rect">
            <a:avLst/>
          </a:prstGeom>
        </p:spPr>
      </p:pic>
      <p:pic>
        <p:nvPicPr>
          <p:cNvPr id="7" name="Graphic 11">
            <a:extLst>
              <a:ext uri="{FF2B5EF4-FFF2-40B4-BE49-F238E27FC236}">
                <a16:creationId xmlns:a16="http://schemas.microsoft.com/office/drawing/2014/main" id="{2330F894-257E-6E10-7500-4C69D784910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b="4943"/>
          <a:stretch>
            <a:fillRect/>
          </a:stretch>
        </p:blipFill>
        <p:spPr>
          <a:xfrm>
            <a:off x="5088000" y="2349000"/>
            <a:ext cx="4743450" cy="4509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FEA9DC96-6FD0-A127-1365-B916C691EA02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bg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DEDF40D-160E-FCEA-4969-BB4118D61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808739"/>
            <a:ext cx="12191999" cy="3240521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defRPr sz="4800" b="1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95124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Key Top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129B36F1-57EE-73FF-8EE9-6D22F656E4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9D0BDF-8BE7-4C3F-9009-83FAF1F2140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DE66F312-A1E2-A31B-75F3-A8F04EE34C9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9336" y="548680"/>
            <a:ext cx="11953328" cy="561662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>
                <a:latin typeface="+mj-ea"/>
                <a:ea typeface="+mj-ea"/>
              </a:defRPr>
            </a:lvl1pPr>
            <a:lvl2pPr marL="457200" indent="0" algn="ctr">
              <a:buNone/>
              <a:defRPr>
                <a:latin typeface="+mj-ea"/>
                <a:ea typeface="+mj-ea"/>
              </a:defRPr>
            </a:lvl2pPr>
            <a:lvl3pPr marL="914400" indent="0" algn="ctr">
              <a:buNone/>
              <a:defRPr>
                <a:latin typeface="+mj-ea"/>
                <a:ea typeface="+mj-ea"/>
              </a:defRPr>
            </a:lvl3pPr>
            <a:lvl4pPr marL="1371600" indent="0" algn="ctr">
              <a:buNone/>
              <a:defRPr>
                <a:latin typeface="+mj-ea"/>
                <a:ea typeface="+mj-ea"/>
              </a:defRPr>
            </a:lvl4pPr>
            <a:lvl5pPr marL="1828800" indent="0" algn="ctr">
              <a:buNone/>
              <a:defRPr>
                <a:latin typeface="+mj-ea"/>
                <a:ea typeface="+mj-ea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50982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Cov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B6DD2F9-F1C7-5FCA-785D-9D4ABADDF9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3" y="333375"/>
            <a:ext cx="6121137" cy="2519362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100000"/>
              </a:lnSpc>
              <a:defRPr sz="48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1CE0CC7D-27F9-55B0-7F2A-A2D9765705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5" y="3645024"/>
            <a:ext cx="4681536" cy="79248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765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TW" altLang="en-US"/>
              <a:t>按一下以編輯母片子標題樣式</a:t>
            </a:r>
            <a:endParaRPr lang="en-US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191E6971-CF81-33FF-F7FC-29C5EB39941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2" y="4580999"/>
            <a:ext cx="4681137" cy="288551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200" b="0"/>
            </a:lvl1pPr>
            <a:lvl2pPr marL="7937" indent="0">
              <a:buNone/>
              <a:defRPr/>
            </a:lvl2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grpSp>
        <p:nvGrpSpPr>
          <p:cNvPr id="8" name="Group 4">
            <a:extLst>
              <a:ext uri="{FF2B5EF4-FFF2-40B4-BE49-F238E27FC236}">
                <a16:creationId xmlns:a16="http://schemas.microsoft.com/office/drawing/2014/main" id="{B3E9BADC-5C5F-4BE3-D049-1C891F83316E}"/>
              </a:ext>
            </a:extLst>
          </p:cNvPr>
          <p:cNvGrpSpPr/>
          <p:nvPr userDrawn="1"/>
        </p:nvGrpSpPr>
        <p:grpSpPr>
          <a:xfrm>
            <a:off x="5797318" y="332656"/>
            <a:ext cx="6276674" cy="5843298"/>
            <a:chOff x="5797318" y="332656"/>
            <a:chExt cx="6276674" cy="5843298"/>
          </a:xfrm>
        </p:grpSpPr>
        <p:sp>
          <p:nvSpPr>
            <p:cNvPr id="9" name="Graphic 41">
              <a:extLst>
                <a:ext uri="{FF2B5EF4-FFF2-40B4-BE49-F238E27FC236}">
                  <a16:creationId xmlns:a16="http://schemas.microsoft.com/office/drawing/2014/main" id="{718FD37D-7BF9-8D85-936B-D2E1468EC2EC}"/>
                </a:ext>
              </a:extLst>
            </p:cNvPr>
            <p:cNvSpPr/>
            <p:nvPr/>
          </p:nvSpPr>
          <p:spPr>
            <a:xfrm>
              <a:off x="7885325" y="1731404"/>
              <a:ext cx="3755291" cy="3755291"/>
            </a:xfrm>
            <a:custGeom>
              <a:avLst/>
              <a:gdLst>
                <a:gd name="connsiteX0" fmla="*/ 2816541 w 3755291"/>
                <a:gd name="connsiteY0" fmla="*/ 1877789 h 3755291"/>
                <a:gd name="connsiteX1" fmla="*/ 1877789 w 3755291"/>
                <a:gd name="connsiteY1" fmla="*/ 2816541 h 3755291"/>
                <a:gd name="connsiteX2" fmla="*/ 2816541 w 3755291"/>
                <a:gd name="connsiteY2" fmla="*/ 3755292 h 3755291"/>
                <a:gd name="connsiteX3" fmla="*/ 3755292 w 3755291"/>
                <a:gd name="connsiteY3" fmla="*/ 2816541 h 3755291"/>
                <a:gd name="connsiteX4" fmla="*/ 2816541 w 3755291"/>
                <a:gd name="connsiteY4" fmla="*/ 1877789 h 3755291"/>
                <a:gd name="connsiteX5" fmla="*/ 938752 w 3755291"/>
                <a:gd name="connsiteY5" fmla="*/ 1877789 h 3755291"/>
                <a:gd name="connsiteX6" fmla="*/ 0 w 3755291"/>
                <a:gd name="connsiteY6" fmla="*/ 2816541 h 3755291"/>
                <a:gd name="connsiteX7" fmla="*/ 938752 w 3755291"/>
                <a:gd name="connsiteY7" fmla="*/ 3755292 h 3755291"/>
                <a:gd name="connsiteX8" fmla="*/ 1877503 w 3755291"/>
                <a:gd name="connsiteY8" fmla="*/ 2816541 h 3755291"/>
                <a:gd name="connsiteX9" fmla="*/ 938752 w 3755291"/>
                <a:gd name="connsiteY9" fmla="*/ 1877789 h 3755291"/>
                <a:gd name="connsiteX10" fmla="*/ 2816541 w 3755291"/>
                <a:gd name="connsiteY10" fmla="*/ 1877789 h 3755291"/>
                <a:gd name="connsiteX11" fmla="*/ 3755292 w 3755291"/>
                <a:gd name="connsiteY11" fmla="*/ 939038 h 3755291"/>
                <a:gd name="connsiteX12" fmla="*/ 2816541 w 3755291"/>
                <a:gd name="connsiteY12" fmla="*/ 0 h 3755291"/>
                <a:gd name="connsiteX13" fmla="*/ 1877789 w 3755291"/>
                <a:gd name="connsiteY13" fmla="*/ 938752 h 3755291"/>
                <a:gd name="connsiteX14" fmla="*/ 2816541 w 3755291"/>
                <a:gd name="connsiteY14" fmla="*/ 1877503 h 3755291"/>
                <a:gd name="connsiteX15" fmla="*/ 1877789 w 3755291"/>
                <a:gd name="connsiteY15" fmla="*/ 938752 h 3755291"/>
                <a:gd name="connsiteX16" fmla="*/ 938752 w 3755291"/>
                <a:gd name="connsiteY16" fmla="*/ 0 h 3755291"/>
                <a:gd name="connsiteX17" fmla="*/ 0 w 3755291"/>
                <a:gd name="connsiteY17" fmla="*/ 938752 h 3755291"/>
                <a:gd name="connsiteX18" fmla="*/ 938752 w 3755291"/>
                <a:gd name="connsiteY18" fmla="*/ 1877503 h 3755291"/>
                <a:gd name="connsiteX19" fmla="*/ 1877503 w 3755291"/>
                <a:gd name="connsiteY19" fmla="*/ 938752 h 3755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755291" h="3755291">
                  <a:moveTo>
                    <a:pt x="2816541" y="1877789"/>
                  </a:moveTo>
                  <a:cubicBezTo>
                    <a:pt x="2298096" y="1877789"/>
                    <a:pt x="1877789" y="2298096"/>
                    <a:pt x="1877789" y="2816541"/>
                  </a:cubicBezTo>
                  <a:cubicBezTo>
                    <a:pt x="1877789" y="3334985"/>
                    <a:pt x="2298096" y="3755292"/>
                    <a:pt x="2816541" y="3755292"/>
                  </a:cubicBezTo>
                  <a:cubicBezTo>
                    <a:pt x="3334985" y="3755292"/>
                    <a:pt x="3755292" y="3334985"/>
                    <a:pt x="3755292" y="2816541"/>
                  </a:cubicBezTo>
                  <a:cubicBezTo>
                    <a:pt x="3755292" y="2298096"/>
                    <a:pt x="3334985" y="1877789"/>
                    <a:pt x="2816541" y="1877789"/>
                  </a:cubicBezTo>
                  <a:close/>
                  <a:moveTo>
                    <a:pt x="938752" y="1877789"/>
                  </a:moveTo>
                  <a:cubicBezTo>
                    <a:pt x="420307" y="1877789"/>
                    <a:pt x="0" y="2298096"/>
                    <a:pt x="0" y="2816541"/>
                  </a:cubicBezTo>
                  <a:cubicBezTo>
                    <a:pt x="0" y="3334985"/>
                    <a:pt x="420307" y="3755292"/>
                    <a:pt x="938752" y="3755292"/>
                  </a:cubicBezTo>
                  <a:cubicBezTo>
                    <a:pt x="1457196" y="3755292"/>
                    <a:pt x="1877503" y="3334985"/>
                    <a:pt x="1877503" y="2816541"/>
                  </a:cubicBezTo>
                  <a:cubicBezTo>
                    <a:pt x="1877503" y="2298096"/>
                    <a:pt x="1457196" y="1877789"/>
                    <a:pt x="938752" y="1877789"/>
                  </a:cubicBezTo>
                  <a:close/>
                  <a:moveTo>
                    <a:pt x="2816541" y="1877789"/>
                  </a:moveTo>
                  <a:cubicBezTo>
                    <a:pt x="3334985" y="1877789"/>
                    <a:pt x="3755292" y="1457482"/>
                    <a:pt x="3755292" y="939038"/>
                  </a:cubicBezTo>
                  <a:cubicBezTo>
                    <a:pt x="3755292" y="420593"/>
                    <a:pt x="3335272" y="0"/>
                    <a:pt x="2816541" y="0"/>
                  </a:cubicBezTo>
                  <a:cubicBezTo>
                    <a:pt x="2297810" y="0"/>
                    <a:pt x="1877789" y="420307"/>
                    <a:pt x="1877789" y="938752"/>
                  </a:cubicBezTo>
                  <a:cubicBezTo>
                    <a:pt x="1877789" y="1457196"/>
                    <a:pt x="2298096" y="1877503"/>
                    <a:pt x="2816541" y="1877503"/>
                  </a:cubicBezTo>
                  <a:close/>
                  <a:moveTo>
                    <a:pt x="1877789" y="938752"/>
                  </a:moveTo>
                  <a:cubicBezTo>
                    <a:pt x="1877789" y="420307"/>
                    <a:pt x="1457482" y="0"/>
                    <a:pt x="938752" y="0"/>
                  </a:cubicBezTo>
                  <a:cubicBezTo>
                    <a:pt x="420020" y="0"/>
                    <a:pt x="0" y="420307"/>
                    <a:pt x="0" y="938752"/>
                  </a:cubicBezTo>
                  <a:cubicBezTo>
                    <a:pt x="0" y="1457196"/>
                    <a:pt x="420307" y="1877503"/>
                    <a:pt x="938752" y="1877503"/>
                  </a:cubicBezTo>
                  <a:cubicBezTo>
                    <a:pt x="1457196" y="1877503"/>
                    <a:pt x="1877503" y="1457196"/>
                    <a:pt x="1877503" y="938752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87000">
                  <a:srgbClr val="00C895">
                    <a:shade val="100000"/>
                    <a:satMod val="115000"/>
                  </a:srgbClr>
                </a:gs>
              </a:gsLst>
              <a:lin ang="2700000" scaled="1"/>
            </a:gradFill>
            <a:ln w="285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0" name="Graphic 4">
              <a:extLst>
                <a:ext uri="{FF2B5EF4-FFF2-40B4-BE49-F238E27FC236}">
                  <a16:creationId xmlns:a16="http://schemas.microsoft.com/office/drawing/2014/main" id="{F997E646-5BF7-B164-5282-C39D54F59BCF}"/>
                </a:ext>
              </a:extLst>
            </p:cNvPr>
            <p:cNvGrpSpPr/>
            <p:nvPr userDrawn="1"/>
          </p:nvGrpSpPr>
          <p:grpSpPr>
            <a:xfrm>
              <a:off x="5797318" y="2132856"/>
              <a:ext cx="4043098" cy="4043098"/>
              <a:chOff x="8800171" y="698369"/>
              <a:chExt cx="2346990" cy="2346990"/>
            </a:xfrm>
            <a:noFill/>
          </p:grpSpPr>
          <p:sp>
            <p:nvSpPr>
              <p:cNvPr id="20" name="Freeform: Shape 17">
                <a:extLst>
                  <a:ext uri="{FF2B5EF4-FFF2-40B4-BE49-F238E27FC236}">
                    <a16:creationId xmlns:a16="http://schemas.microsoft.com/office/drawing/2014/main" id="{1CFA1F96-F738-47CB-618A-99016DE26824}"/>
                  </a:ext>
                </a:extLst>
              </p:cNvPr>
              <p:cNvSpPr/>
              <p:nvPr/>
            </p:nvSpPr>
            <p:spPr>
              <a:xfrm>
                <a:off x="9386975" y="698369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6 h 586690"/>
                  <a:gd name="connsiteX1" fmla="*/ 293345 w 586690"/>
                  <a:gd name="connsiteY1" fmla="*/ 586691 h 586690"/>
                  <a:gd name="connsiteX2" fmla="*/ 0 w 586690"/>
                  <a:gd name="connsiteY2" fmla="*/ 293346 h 586690"/>
                  <a:gd name="connsiteX3" fmla="*/ 293345 w 586690"/>
                  <a:gd name="connsiteY3" fmla="*/ 0 h 586690"/>
                  <a:gd name="connsiteX4" fmla="*/ 586691 w 586690"/>
                  <a:gd name="connsiteY4" fmla="*/ 293346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6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6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6"/>
                    </a:cubicBezTo>
                    <a:close/>
                  </a:path>
                </a:pathLst>
              </a:custGeom>
              <a:noFill/>
              <a:ln w="11334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" name="Freeform: Shape 18">
                <a:extLst>
                  <a:ext uri="{FF2B5EF4-FFF2-40B4-BE49-F238E27FC236}">
                    <a16:creationId xmlns:a16="http://schemas.microsoft.com/office/drawing/2014/main" id="{728C70DB-0C26-8C69-F77F-88C6E2958F18}"/>
                  </a:ext>
                </a:extLst>
              </p:cNvPr>
              <p:cNvSpPr/>
              <p:nvPr/>
            </p:nvSpPr>
            <p:spPr>
              <a:xfrm>
                <a:off x="9386975" y="1285174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5 h 586690"/>
                  <a:gd name="connsiteX1" fmla="*/ 293345 w 586690"/>
                  <a:gd name="connsiteY1" fmla="*/ 586691 h 586690"/>
                  <a:gd name="connsiteX2" fmla="*/ 0 w 586690"/>
                  <a:gd name="connsiteY2" fmla="*/ 293345 h 586690"/>
                  <a:gd name="connsiteX3" fmla="*/ 293345 w 586690"/>
                  <a:gd name="connsiteY3" fmla="*/ 0 h 586690"/>
                  <a:gd name="connsiteX4" fmla="*/ 586691 w 586690"/>
                  <a:gd name="connsiteY4" fmla="*/ 293345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5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5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5"/>
                    </a:cubicBezTo>
                    <a:close/>
                  </a:path>
                </a:pathLst>
              </a:custGeom>
              <a:noFill/>
              <a:ln w="11334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: Shape 19">
                <a:extLst>
                  <a:ext uri="{FF2B5EF4-FFF2-40B4-BE49-F238E27FC236}">
                    <a16:creationId xmlns:a16="http://schemas.microsoft.com/office/drawing/2014/main" id="{5AD0852D-5BC9-3FCD-5ABE-C6298AE303D9}"/>
                  </a:ext>
                </a:extLst>
              </p:cNvPr>
              <p:cNvSpPr/>
              <p:nvPr/>
            </p:nvSpPr>
            <p:spPr>
              <a:xfrm>
                <a:off x="9973666" y="1285174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5 h 586690"/>
                  <a:gd name="connsiteX1" fmla="*/ 293346 w 586690"/>
                  <a:gd name="connsiteY1" fmla="*/ 586691 h 586690"/>
                  <a:gd name="connsiteX2" fmla="*/ 0 w 586690"/>
                  <a:gd name="connsiteY2" fmla="*/ 293345 h 586690"/>
                  <a:gd name="connsiteX3" fmla="*/ 293346 w 586690"/>
                  <a:gd name="connsiteY3" fmla="*/ 0 h 586690"/>
                  <a:gd name="connsiteX4" fmla="*/ 586691 w 586690"/>
                  <a:gd name="connsiteY4" fmla="*/ 293345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5"/>
                    </a:moveTo>
                    <a:cubicBezTo>
                      <a:pt x="586691" y="455356"/>
                      <a:pt x="455356" y="586691"/>
                      <a:pt x="293346" y="586691"/>
                    </a:cubicBezTo>
                    <a:cubicBezTo>
                      <a:pt x="131335" y="586691"/>
                      <a:pt x="0" y="455356"/>
                      <a:pt x="0" y="293345"/>
                    </a:cubicBezTo>
                    <a:cubicBezTo>
                      <a:pt x="0" y="131335"/>
                      <a:pt x="131335" y="0"/>
                      <a:pt x="293346" y="0"/>
                    </a:cubicBezTo>
                    <a:cubicBezTo>
                      <a:pt x="455356" y="0"/>
                      <a:pt x="586691" y="131335"/>
                      <a:pt x="586691" y="293345"/>
                    </a:cubicBezTo>
                    <a:close/>
                  </a:path>
                </a:pathLst>
              </a:custGeom>
              <a:noFill/>
              <a:ln w="11334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" name="Freeform: Shape 20">
                <a:extLst>
                  <a:ext uri="{FF2B5EF4-FFF2-40B4-BE49-F238E27FC236}">
                    <a16:creationId xmlns:a16="http://schemas.microsoft.com/office/drawing/2014/main" id="{670C8CE7-7BEE-A7D5-0A3B-D45CF1F676ED}"/>
                  </a:ext>
                </a:extLst>
              </p:cNvPr>
              <p:cNvSpPr/>
              <p:nvPr/>
            </p:nvSpPr>
            <p:spPr>
              <a:xfrm>
                <a:off x="10560470" y="1285174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5 h 586690"/>
                  <a:gd name="connsiteX1" fmla="*/ 293345 w 586690"/>
                  <a:gd name="connsiteY1" fmla="*/ 586691 h 586690"/>
                  <a:gd name="connsiteX2" fmla="*/ 0 w 586690"/>
                  <a:gd name="connsiteY2" fmla="*/ 293345 h 586690"/>
                  <a:gd name="connsiteX3" fmla="*/ 293345 w 586690"/>
                  <a:gd name="connsiteY3" fmla="*/ 0 h 586690"/>
                  <a:gd name="connsiteX4" fmla="*/ 586691 w 586690"/>
                  <a:gd name="connsiteY4" fmla="*/ 293345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5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5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5"/>
                    </a:cubicBezTo>
                    <a:close/>
                  </a:path>
                </a:pathLst>
              </a:custGeom>
              <a:noFill/>
              <a:ln w="11334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" name="Freeform: Shape 21">
                <a:extLst>
                  <a:ext uri="{FF2B5EF4-FFF2-40B4-BE49-F238E27FC236}">
                    <a16:creationId xmlns:a16="http://schemas.microsoft.com/office/drawing/2014/main" id="{FFE7B4AD-4C95-40F2-F5E1-124E5F152CC0}"/>
                  </a:ext>
                </a:extLst>
              </p:cNvPr>
              <p:cNvSpPr/>
              <p:nvPr/>
            </p:nvSpPr>
            <p:spPr>
              <a:xfrm>
                <a:off x="9386975" y="1871978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6 h 586690"/>
                  <a:gd name="connsiteX1" fmla="*/ 293345 w 586690"/>
                  <a:gd name="connsiteY1" fmla="*/ 586691 h 586690"/>
                  <a:gd name="connsiteX2" fmla="*/ 0 w 586690"/>
                  <a:gd name="connsiteY2" fmla="*/ 293346 h 586690"/>
                  <a:gd name="connsiteX3" fmla="*/ 293345 w 586690"/>
                  <a:gd name="connsiteY3" fmla="*/ 0 h 586690"/>
                  <a:gd name="connsiteX4" fmla="*/ 586691 w 586690"/>
                  <a:gd name="connsiteY4" fmla="*/ 293346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6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6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6"/>
                    </a:cubicBezTo>
                    <a:close/>
                  </a:path>
                </a:pathLst>
              </a:custGeom>
              <a:noFill/>
              <a:ln w="11334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Freeform: Shape 22">
                <a:extLst>
                  <a:ext uri="{FF2B5EF4-FFF2-40B4-BE49-F238E27FC236}">
                    <a16:creationId xmlns:a16="http://schemas.microsoft.com/office/drawing/2014/main" id="{A896EB37-785A-8725-D284-D04D8EDC6DD6}"/>
                  </a:ext>
                </a:extLst>
              </p:cNvPr>
              <p:cNvSpPr/>
              <p:nvPr/>
            </p:nvSpPr>
            <p:spPr>
              <a:xfrm>
                <a:off x="8800171" y="1871978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6 h 586690"/>
                  <a:gd name="connsiteX1" fmla="*/ 293345 w 586690"/>
                  <a:gd name="connsiteY1" fmla="*/ 586691 h 586690"/>
                  <a:gd name="connsiteX2" fmla="*/ 0 w 586690"/>
                  <a:gd name="connsiteY2" fmla="*/ 293346 h 586690"/>
                  <a:gd name="connsiteX3" fmla="*/ 293345 w 586690"/>
                  <a:gd name="connsiteY3" fmla="*/ 0 h 586690"/>
                  <a:gd name="connsiteX4" fmla="*/ 586691 w 586690"/>
                  <a:gd name="connsiteY4" fmla="*/ 293346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6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6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6"/>
                    </a:cubicBezTo>
                    <a:close/>
                  </a:path>
                </a:pathLst>
              </a:custGeom>
              <a:noFill/>
              <a:ln w="11334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" name="Freeform: Shape 23">
                <a:extLst>
                  <a:ext uri="{FF2B5EF4-FFF2-40B4-BE49-F238E27FC236}">
                    <a16:creationId xmlns:a16="http://schemas.microsoft.com/office/drawing/2014/main" id="{3E03C64E-7A7E-0D9B-B0AC-7C5E5A094820}"/>
                  </a:ext>
                </a:extLst>
              </p:cNvPr>
              <p:cNvSpPr/>
              <p:nvPr/>
            </p:nvSpPr>
            <p:spPr>
              <a:xfrm>
                <a:off x="9386975" y="2458669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6 h 586690"/>
                  <a:gd name="connsiteX1" fmla="*/ 293345 w 586690"/>
                  <a:gd name="connsiteY1" fmla="*/ 586691 h 586690"/>
                  <a:gd name="connsiteX2" fmla="*/ 0 w 586690"/>
                  <a:gd name="connsiteY2" fmla="*/ 293346 h 586690"/>
                  <a:gd name="connsiteX3" fmla="*/ 293345 w 586690"/>
                  <a:gd name="connsiteY3" fmla="*/ 0 h 586690"/>
                  <a:gd name="connsiteX4" fmla="*/ 586691 w 586690"/>
                  <a:gd name="connsiteY4" fmla="*/ 293346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6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6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6"/>
                    </a:cubicBezTo>
                    <a:close/>
                  </a:path>
                </a:pathLst>
              </a:custGeom>
              <a:noFill/>
              <a:ln w="11334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11" name="Graphic 4">
              <a:extLst>
                <a:ext uri="{FF2B5EF4-FFF2-40B4-BE49-F238E27FC236}">
                  <a16:creationId xmlns:a16="http://schemas.microsoft.com/office/drawing/2014/main" id="{C333B83B-BC4A-4F81-2449-64C5931D39B3}"/>
                </a:ext>
              </a:extLst>
            </p:cNvPr>
            <p:cNvGrpSpPr/>
            <p:nvPr userDrawn="1"/>
          </p:nvGrpSpPr>
          <p:grpSpPr>
            <a:xfrm>
              <a:off x="8439748" y="332656"/>
              <a:ext cx="1568431" cy="1568431"/>
              <a:chOff x="6737333" y="3172458"/>
              <a:chExt cx="1303316" cy="1303316"/>
            </a:xfrm>
            <a:noFill/>
          </p:grpSpPr>
          <p:sp>
            <p:nvSpPr>
              <p:cNvPr id="13" name="Freeform: Shape 25">
                <a:extLst>
                  <a:ext uri="{FF2B5EF4-FFF2-40B4-BE49-F238E27FC236}">
                    <a16:creationId xmlns:a16="http://schemas.microsoft.com/office/drawing/2014/main" id="{F32ABCD7-F0CC-CEFF-41F8-91CAED57CF18}"/>
                  </a:ext>
                </a:extLst>
              </p:cNvPr>
              <p:cNvSpPr/>
              <p:nvPr/>
            </p:nvSpPr>
            <p:spPr>
              <a:xfrm>
                <a:off x="6737333" y="3498145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5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8"/>
                      <a:pt x="325914" y="162957"/>
                    </a:cubicBezTo>
                    <a:close/>
                  </a:path>
                </a:pathLst>
              </a:custGeom>
              <a:noFill/>
              <a:ln w="9525" cap="flat">
                <a:solidFill>
                  <a:schemeClr val="accent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" name="Freeform: Shape 26">
                <a:extLst>
                  <a:ext uri="{FF2B5EF4-FFF2-40B4-BE49-F238E27FC236}">
                    <a16:creationId xmlns:a16="http://schemas.microsoft.com/office/drawing/2014/main" id="{DE7E66A7-0D2A-2EB8-A08A-CDB3218AD8FA}"/>
                  </a:ext>
                </a:extLst>
              </p:cNvPr>
              <p:cNvSpPr/>
              <p:nvPr/>
            </p:nvSpPr>
            <p:spPr>
              <a:xfrm>
                <a:off x="6737333" y="3824059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5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9"/>
                      <a:pt x="325914" y="162957"/>
                    </a:cubicBezTo>
                    <a:close/>
                  </a:path>
                </a:pathLst>
              </a:custGeom>
              <a:noFill/>
              <a:ln w="9525" cap="flat">
                <a:solidFill>
                  <a:schemeClr val="accent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Freeform: Shape 27">
                <a:extLst>
                  <a:ext uri="{FF2B5EF4-FFF2-40B4-BE49-F238E27FC236}">
                    <a16:creationId xmlns:a16="http://schemas.microsoft.com/office/drawing/2014/main" id="{21B28068-52BB-4566-7732-5878A3B513FB}"/>
                  </a:ext>
                </a:extLst>
              </p:cNvPr>
              <p:cNvSpPr/>
              <p:nvPr/>
            </p:nvSpPr>
            <p:spPr>
              <a:xfrm>
                <a:off x="7714736" y="3824059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5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9"/>
                      <a:pt x="325914" y="162957"/>
                    </a:cubicBezTo>
                    <a:close/>
                  </a:path>
                </a:pathLst>
              </a:custGeom>
              <a:noFill/>
              <a:ln w="9525" cap="flat">
                <a:solidFill>
                  <a:schemeClr val="accent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Freeform: Shape 28">
                <a:extLst>
                  <a:ext uri="{FF2B5EF4-FFF2-40B4-BE49-F238E27FC236}">
                    <a16:creationId xmlns:a16="http://schemas.microsoft.com/office/drawing/2014/main" id="{E85B541F-4CD7-1073-F467-2ADAAF5C978C}"/>
                  </a:ext>
                </a:extLst>
              </p:cNvPr>
              <p:cNvSpPr/>
              <p:nvPr/>
            </p:nvSpPr>
            <p:spPr>
              <a:xfrm>
                <a:off x="7388935" y="3824059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5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9"/>
                      <a:pt x="325914" y="162957"/>
                    </a:cubicBezTo>
                    <a:close/>
                  </a:path>
                </a:pathLst>
              </a:custGeom>
              <a:noFill/>
              <a:ln w="9525" cap="flat">
                <a:solidFill>
                  <a:schemeClr val="accent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" name="Freeform: Shape 29">
                <a:extLst>
                  <a:ext uri="{FF2B5EF4-FFF2-40B4-BE49-F238E27FC236}">
                    <a16:creationId xmlns:a16="http://schemas.microsoft.com/office/drawing/2014/main" id="{E0D4028C-B554-F56F-0F26-7AA61E646620}"/>
                  </a:ext>
                </a:extLst>
              </p:cNvPr>
              <p:cNvSpPr/>
              <p:nvPr/>
            </p:nvSpPr>
            <p:spPr>
              <a:xfrm>
                <a:off x="7063134" y="3824059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5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9"/>
                      <a:pt x="325914" y="162957"/>
                    </a:cubicBezTo>
                    <a:close/>
                  </a:path>
                </a:pathLst>
              </a:custGeom>
              <a:noFill/>
              <a:ln w="9525" cap="flat">
                <a:solidFill>
                  <a:schemeClr val="accent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" name="Freeform: Shape 30">
                <a:extLst>
                  <a:ext uri="{FF2B5EF4-FFF2-40B4-BE49-F238E27FC236}">
                    <a16:creationId xmlns:a16="http://schemas.microsoft.com/office/drawing/2014/main" id="{5A988E99-0745-8C46-BB01-1BA4591C5F34}"/>
                  </a:ext>
                </a:extLst>
              </p:cNvPr>
              <p:cNvSpPr/>
              <p:nvPr/>
            </p:nvSpPr>
            <p:spPr>
              <a:xfrm>
                <a:off x="7063134" y="4149860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6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9"/>
                      <a:pt x="325914" y="162957"/>
                    </a:cubicBezTo>
                    <a:close/>
                  </a:path>
                </a:pathLst>
              </a:custGeom>
              <a:noFill/>
              <a:ln w="9525" cap="flat">
                <a:solidFill>
                  <a:schemeClr val="accent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Freeform: Shape 31">
                <a:extLst>
                  <a:ext uri="{FF2B5EF4-FFF2-40B4-BE49-F238E27FC236}">
                    <a16:creationId xmlns:a16="http://schemas.microsoft.com/office/drawing/2014/main" id="{D8CA0A60-88A4-6459-8D0E-F94E0DCE492C}"/>
                  </a:ext>
                </a:extLst>
              </p:cNvPr>
              <p:cNvSpPr/>
              <p:nvPr/>
            </p:nvSpPr>
            <p:spPr>
              <a:xfrm>
                <a:off x="7389048" y="3172458"/>
                <a:ext cx="651601" cy="651601"/>
              </a:xfrm>
              <a:custGeom>
                <a:avLst/>
                <a:gdLst>
                  <a:gd name="connsiteX0" fmla="*/ 651601 w 651601"/>
                  <a:gd name="connsiteY0" fmla="*/ 325801 h 651601"/>
                  <a:gd name="connsiteX1" fmla="*/ 325801 w 651601"/>
                  <a:gd name="connsiteY1" fmla="*/ 651602 h 651601"/>
                  <a:gd name="connsiteX2" fmla="*/ 0 w 651601"/>
                  <a:gd name="connsiteY2" fmla="*/ 325801 h 651601"/>
                  <a:gd name="connsiteX3" fmla="*/ 325801 w 651601"/>
                  <a:gd name="connsiteY3" fmla="*/ 0 h 651601"/>
                  <a:gd name="connsiteX4" fmla="*/ 651601 w 651601"/>
                  <a:gd name="connsiteY4" fmla="*/ 325801 h 6516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1601" h="651601">
                    <a:moveTo>
                      <a:pt x="651601" y="325801"/>
                    </a:moveTo>
                    <a:cubicBezTo>
                      <a:pt x="651601" y="505735"/>
                      <a:pt x="505735" y="651602"/>
                      <a:pt x="325801" y="651602"/>
                    </a:cubicBezTo>
                    <a:cubicBezTo>
                      <a:pt x="145866" y="651602"/>
                      <a:pt x="0" y="505735"/>
                      <a:pt x="0" y="325801"/>
                    </a:cubicBezTo>
                    <a:cubicBezTo>
                      <a:pt x="0" y="145866"/>
                      <a:pt x="145866" y="0"/>
                      <a:pt x="325801" y="0"/>
                    </a:cubicBezTo>
                    <a:cubicBezTo>
                      <a:pt x="505735" y="0"/>
                      <a:pt x="651601" y="145866"/>
                      <a:pt x="651601" y="325801"/>
                    </a:cubicBezTo>
                    <a:close/>
                  </a:path>
                </a:pathLst>
              </a:custGeom>
              <a:noFill/>
              <a:ln w="9525" cap="flat">
                <a:solidFill>
                  <a:schemeClr val="accent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pic>
          <p:nvPicPr>
            <p:cNvPr id="12" name="Graphic 44">
              <a:extLst>
                <a:ext uri="{FF2B5EF4-FFF2-40B4-BE49-F238E27FC236}">
                  <a16:creationId xmlns:a16="http://schemas.microsoft.com/office/drawing/2014/main" id="{9D029911-78B0-E08D-F2C5-36BD7566A862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1140542" y="4149080"/>
              <a:ext cx="933450" cy="628650"/>
            </a:xfrm>
            <a:prstGeom prst="rect">
              <a:avLst/>
            </a:prstGeom>
          </p:spPr>
        </p:pic>
      </p:grpSp>
      <p:cxnSp>
        <p:nvCxnSpPr>
          <p:cNvPr id="29" name="Straight Connector 7">
            <a:extLst>
              <a:ext uri="{FF2B5EF4-FFF2-40B4-BE49-F238E27FC236}">
                <a16:creationId xmlns:a16="http://schemas.microsoft.com/office/drawing/2014/main" id="{C1FC9078-B6DC-5A15-298F-16D21D334E53}"/>
              </a:ext>
            </a:extLst>
          </p:cNvPr>
          <p:cNvCxnSpPr>
            <a:cxnSpLocks/>
          </p:cNvCxnSpPr>
          <p:nvPr userDrawn="1"/>
        </p:nvCxnSpPr>
        <p:spPr>
          <a:xfrm>
            <a:off x="0" y="3212976"/>
            <a:ext cx="3214688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2111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Cov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FD9EE13-64B0-6CF3-0FB3-97EE4D2CD5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4" y="333375"/>
            <a:ext cx="5473700" cy="2519362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100000"/>
              </a:lnSpc>
              <a:defRPr sz="48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1DB47626-288E-CA14-3FF1-2F0260A01D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5" y="3645024"/>
            <a:ext cx="4681536" cy="79248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765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TW" altLang="en-US"/>
              <a:t>按一下以編輯母片子標題樣式</a:t>
            </a:r>
            <a:endParaRPr lang="en-US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65AF35E9-13AA-6853-1608-E1BA84076AF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3" y="4581525"/>
            <a:ext cx="4681537" cy="288027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sz="1200" b="0"/>
            </a:lvl1pPr>
            <a:lvl2pPr marL="7937" indent="0">
              <a:buNone/>
              <a:defRPr/>
            </a:lvl2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" name="Picture Placeholder 13">
            <a:extLst>
              <a:ext uri="{FF2B5EF4-FFF2-40B4-BE49-F238E27FC236}">
                <a16:creationId xmlns:a16="http://schemas.microsoft.com/office/drawing/2014/main" id="{E8B31A20-68EC-9A42-783C-88D04C9596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67438" y="-1"/>
            <a:ext cx="6024562" cy="6857989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US"/>
          </a:p>
        </p:txBody>
      </p:sp>
      <p:cxnSp>
        <p:nvCxnSpPr>
          <p:cNvPr id="9" name="Straight Connector 7">
            <a:extLst>
              <a:ext uri="{FF2B5EF4-FFF2-40B4-BE49-F238E27FC236}">
                <a16:creationId xmlns:a16="http://schemas.microsoft.com/office/drawing/2014/main" id="{C207DA1E-EFF4-EE31-4525-6AFE9F41A742}"/>
              </a:ext>
            </a:extLst>
          </p:cNvPr>
          <p:cNvCxnSpPr>
            <a:cxnSpLocks/>
          </p:cNvCxnSpPr>
          <p:nvPr userDrawn="1"/>
        </p:nvCxnSpPr>
        <p:spPr>
          <a:xfrm>
            <a:off x="0" y="3212976"/>
            <a:ext cx="3214688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6744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12B511E-AF60-7D2F-402C-1D022477DD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4" y="333375"/>
            <a:ext cx="5473700" cy="2519362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100000"/>
              </a:lnSpc>
              <a:defRPr sz="48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B32B0ACD-AC5A-8CF9-BACC-BDB51EC176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5" y="3645024"/>
            <a:ext cx="4681136" cy="79248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765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TW" altLang="en-US" dirty="0"/>
              <a:t>按一下以編輯母片子標題樣式</a:t>
            </a:r>
            <a:endParaRPr lang="en-US" dirty="0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B7062665-7D1E-9167-709A-D8696CDB0F2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0863" y="4581525"/>
            <a:ext cx="4681537" cy="288025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sz="1200" b="0"/>
            </a:lvl1pPr>
            <a:lvl2pPr marL="7937" indent="0">
              <a:buNone/>
              <a:defRPr/>
            </a:lvl2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1AB648-2AF3-874C-40EA-17F0022B4E3B}"/>
              </a:ext>
            </a:extLst>
          </p:cNvPr>
          <p:cNvCxnSpPr>
            <a:cxnSpLocks/>
          </p:cNvCxnSpPr>
          <p:nvPr userDrawn="1"/>
        </p:nvCxnSpPr>
        <p:spPr>
          <a:xfrm>
            <a:off x="0" y="3212976"/>
            <a:ext cx="3214688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6EDF80FB-CB58-482F-676F-948FB734744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83338" y="333375"/>
            <a:ext cx="5475600" cy="5544000"/>
          </a:xfrm>
          <a:prstGeom prst="rect">
            <a:avLst/>
          </a:prstGeom>
        </p:spPr>
        <p:txBody>
          <a:bodyPr lIns="144000" tIns="72000" rIns="144000" bIns="72000" anchor="ctr"/>
          <a:lstStyle>
            <a:lvl1pPr marL="342900" indent="-342900"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/>
            </a:lvl1pPr>
            <a:lvl2pPr marL="266700" indent="-258763"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/>
            </a:lvl2pPr>
            <a:lvl3pPr marL="538163" indent="-228600"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/>
            </a:lvl3pPr>
            <a:lvl4pPr marL="719138" indent="-152400"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/>
            </a:lvl4pPr>
            <a:lvl5pPr marL="896938" indent="-144463"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8161077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6">
            <a:extLst>
              <a:ext uri="{FF2B5EF4-FFF2-40B4-BE49-F238E27FC236}">
                <a16:creationId xmlns:a16="http://schemas.microsoft.com/office/drawing/2014/main" id="{B70CB094-7298-B80D-16AC-B2116CA76DC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38508" y="6237650"/>
            <a:ext cx="1402108" cy="360000"/>
          </a:xfrm>
          <a:prstGeom prst="rect">
            <a:avLst/>
          </a:prstGeom>
        </p:spPr>
      </p:pic>
      <p:pic>
        <p:nvPicPr>
          <p:cNvPr id="6" name="Graphic 8">
            <a:extLst>
              <a:ext uri="{FF2B5EF4-FFF2-40B4-BE49-F238E27FC236}">
                <a16:creationId xmlns:a16="http://schemas.microsoft.com/office/drawing/2014/main" id="{8AD6B19F-B706-C769-2B8B-AF46E017F73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071"/>
          <a:stretch>
            <a:fillRect/>
          </a:stretch>
        </p:blipFill>
        <p:spPr>
          <a:xfrm>
            <a:off x="8276208" y="1041276"/>
            <a:ext cx="3915791" cy="3951586"/>
          </a:xfrm>
          <a:prstGeom prst="rect">
            <a:avLst/>
          </a:prstGeom>
        </p:spPr>
      </p:pic>
      <p:pic>
        <p:nvPicPr>
          <p:cNvPr id="7" name="Graphic 14">
            <a:extLst>
              <a:ext uri="{FF2B5EF4-FFF2-40B4-BE49-F238E27FC236}">
                <a16:creationId xmlns:a16="http://schemas.microsoft.com/office/drawing/2014/main" id="{AC7F3C3C-E022-799A-449C-04C1841692A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6865"/>
          <a:stretch>
            <a:fillRect/>
          </a:stretch>
        </p:blipFill>
        <p:spPr>
          <a:xfrm rot="16200000">
            <a:off x="10073939" y="126515"/>
            <a:ext cx="1348410" cy="1095375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1F9389C8-8D4A-43FD-9E74-B9B03AFE753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4943"/>
          <a:stretch>
            <a:fillRect/>
          </a:stretch>
        </p:blipFill>
        <p:spPr>
          <a:xfrm>
            <a:off x="5088000" y="2349000"/>
            <a:ext cx="4743450" cy="4509000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7532ACD2-4EAA-83C4-00E0-AFDD25A28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6168" y="1341001"/>
            <a:ext cx="5943600" cy="3240521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48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16369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Divider Faded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6">
            <a:extLst>
              <a:ext uri="{FF2B5EF4-FFF2-40B4-BE49-F238E27FC236}">
                <a16:creationId xmlns:a16="http://schemas.microsoft.com/office/drawing/2014/main" id="{B70CB094-7298-B80D-16AC-B2116CA76DC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38508" y="6237650"/>
            <a:ext cx="1402108" cy="360000"/>
          </a:xfrm>
          <a:prstGeom prst="rect">
            <a:avLst/>
          </a:prstGeom>
        </p:spPr>
      </p:pic>
      <p:pic>
        <p:nvPicPr>
          <p:cNvPr id="6" name="Graphic 8">
            <a:extLst>
              <a:ext uri="{FF2B5EF4-FFF2-40B4-BE49-F238E27FC236}">
                <a16:creationId xmlns:a16="http://schemas.microsoft.com/office/drawing/2014/main" id="{8AD6B19F-B706-C769-2B8B-AF46E017F73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071"/>
          <a:stretch>
            <a:fillRect/>
          </a:stretch>
        </p:blipFill>
        <p:spPr>
          <a:xfrm>
            <a:off x="8276208" y="1041276"/>
            <a:ext cx="3915791" cy="3951586"/>
          </a:xfrm>
          <a:prstGeom prst="rect">
            <a:avLst/>
          </a:prstGeom>
        </p:spPr>
      </p:pic>
      <p:pic>
        <p:nvPicPr>
          <p:cNvPr id="7" name="Graphic 14">
            <a:extLst>
              <a:ext uri="{FF2B5EF4-FFF2-40B4-BE49-F238E27FC236}">
                <a16:creationId xmlns:a16="http://schemas.microsoft.com/office/drawing/2014/main" id="{AC7F3C3C-E022-799A-449C-04C1841692A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6865"/>
          <a:stretch>
            <a:fillRect/>
          </a:stretch>
        </p:blipFill>
        <p:spPr>
          <a:xfrm rot="16200000">
            <a:off x="10073939" y="126515"/>
            <a:ext cx="1348410" cy="1095375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1F9389C8-8D4A-43FD-9E74-B9B03AFE753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4943"/>
          <a:stretch>
            <a:fillRect/>
          </a:stretch>
        </p:blipFill>
        <p:spPr>
          <a:xfrm>
            <a:off x="5088000" y="2349000"/>
            <a:ext cx="4743450" cy="4509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CC550CA5-605D-99A6-CCC1-BB8BF6E9C40E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bg2">
              <a:alpha val="9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CAD9002-5479-C2BE-2343-92186EFDC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808739"/>
            <a:ext cx="12191999" cy="3240521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defRPr sz="4800"/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3299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Key Top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129B36F1-57EE-73FF-8EE9-6D22F656E4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9D0BDF-8BE7-4C3F-9009-83FAF1F2140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DE66F312-A1E2-A31B-75F3-A8F04EE34C9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9336" y="548680"/>
            <a:ext cx="11953328" cy="561662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>
                <a:latin typeface="+mj-ea"/>
                <a:ea typeface="+mj-ea"/>
              </a:defRPr>
            </a:lvl1pPr>
            <a:lvl2pPr marL="457200" indent="0" algn="ctr">
              <a:buNone/>
              <a:defRPr>
                <a:latin typeface="+mj-ea"/>
                <a:ea typeface="+mj-ea"/>
              </a:defRPr>
            </a:lvl2pPr>
            <a:lvl3pPr marL="914400" indent="0" algn="ctr">
              <a:buNone/>
              <a:defRPr>
                <a:latin typeface="+mj-ea"/>
                <a:ea typeface="+mj-ea"/>
              </a:defRPr>
            </a:lvl3pPr>
            <a:lvl4pPr marL="1371600" indent="0" algn="ctr">
              <a:buNone/>
              <a:defRPr>
                <a:latin typeface="+mj-ea"/>
                <a:ea typeface="+mj-ea"/>
              </a:defRPr>
            </a:lvl4pPr>
            <a:lvl5pPr marL="1828800" indent="0" algn="ctr">
              <a:buNone/>
              <a:defRPr>
                <a:latin typeface="+mj-ea"/>
                <a:ea typeface="+mj-ea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0256476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A96178EF-362E-4440-0521-6794E18846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9D0BDF-8BE7-4C3F-9009-83FAF1F2140A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Graphic 8">
            <a:extLst>
              <a:ext uri="{FF2B5EF4-FFF2-40B4-BE49-F238E27FC236}">
                <a16:creationId xmlns:a16="http://schemas.microsoft.com/office/drawing/2014/main" id="{0986B788-0518-47DF-9370-31AA923399C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3071"/>
          <a:stretch>
            <a:fillRect/>
          </a:stretch>
        </p:blipFill>
        <p:spPr>
          <a:xfrm>
            <a:off x="8276208" y="1041276"/>
            <a:ext cx="3915791" cy="3951586"/>
          </a:xfrm>
          <a:prstGeom prst="rect">
            <a:avLst/>
          </a:prstGeom>
        </p:spPr>
      </p:pic>
      <p:pic>
        <p:nvPicPr>
          <p:cNvPr id="5" name="Graphic 14">
            <a:extLst>
              <a:ext uri="{FF2B5EF4-FFF2-40B4-BE49-F238E27FC236}">
                <a16:creationId xmlns:a16="http://schemas.microsoft.com/office/drawing/2014/main" id="{714AECE9-FF9A-73EC-2A28-40D8750C27D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6865"/>
          <a:stretch>
            <a:fillRect/>
          </a:stretch>
        </p:blipFill>
        <p:spPr>
          <a:xfrm rot="16200000">
            <a:off x="10073939" y="126515"/>
            <a:ext cx="1348410" cy="1095375"/>
          </a:xfrm>
          <a:prstGeom prst="rect">
            <a:avLst/>
          </a:prstGeom>
        </p:spPr>
      </p:pic>
      <p:pic>
        <p:nvPicPr>
          <p:cNvPr id="6" name="Graphic 15">
            <a:extLst>
              <a:ext uri="{FF2B5EF4-FFF2-40B4-BE49-F238E27FC236}">
                <a16:creationId xmlns:a16="http://schemas.microsoft.com/office/drawing/2014/main" id="{DE9C5626-20C2-EEE6-9232-E72D82C3D5A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b="4943"/>
          <a:stretch>
            <a:fillRect/>
          </a:stretch>
        </p:blipFill>
        <p:spPr>
          <a:xfrm>
            <a:off x="5088000" y="2349000"/>
            <a:ext cx="4743450" cy="4509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4829034A-E316-15DA-1FE5-2EE54F6DB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6168" y="1341001"/>
            <a:ext cx="5943600" cy="3240521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48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85947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 Cov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115E30BC-00DC-2950-39A4-30D9D4805C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9D0BDF-8BE7-4C3F-9009-83FAF1F2140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12B511E-AF60-7D2F-402C-1D022477DD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4" y="333375"/>
            <a:ext cx="5473700" cy="2519362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100000"/>
              </a:lnSpc>
              <a:defRPr sz="48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B32B0ACD-AC5A-8CF9-BACC-BDB51EC176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5" y="3645024"/>
            <a:ext cx="4681136" cy="79248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765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TW" altLang="en-US"/>
              <a:t>按一下以編輯母片子標題樣式</a:t>
            </a:r>
            <a:endParaRPr lang="en-US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B7062665-7D1E-9167-709A-D8696CDB0F2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0863" y="4581525"/>
            <a:ext cx="4681537" cy="288025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sz="1200" b="0"/>
            </a:lvl1pPr>
            <a:lvl2pPr marL="7937" indent="0">
              <a:buNone/>
              <a:defRPr/>
            </a:lvl2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CAAEADD5-2A01-B41A-166F-CA88B45EA00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67438" y="-1"/>
            <a:ext cx="6024562" cy="6857989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1AB648-2AF3-874C-40EA-17F0022B4E3B}"/>
              </a:ext>
            </a:extLst>
          </p:cNvPr>
          <p:cNvCxnSpPr>
            <a:cxnSpLocks/>
          </p:cNvCxnSpPr>
          <p:nvPr userDrawn="1"/>
        </p:nvCxnSpPr>
        <p:spPr>
          <a:xfrm>
            <a:off x="0" y="3212976"/>
            <a:ext cx="3214688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22488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AA3BD555-09EA-CC8E-B7D5-5670702A7B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9D0BDF-8BE7-4C3F-9009-83FAF1F2140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334B7E-B305-B681-0841-955637C9C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32712"/>
            <a:ext cx="9937104" cy="50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568008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EB47D27B-7870-7A30-1FB3-271925352F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9D0BDF-8BE7-4C3F-9009-83FAF1F2140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028E27FD-D67B-A181-8C49-D6C0637FEA0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51384" y="1341438"/>
            <a:ext cx="11088000" cy="4895850"/>
          </a:xfrm>
          <a:prstGeom prst="rect">
            <a:avLst/>
          </a:prstGeom>
        </p:spPr>
        <p:txBody>
          <a:bodyPr>
            <a:noAutofit/>
          </a:bodyPr>
          <a:lstStyle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948786-AF7E-85C6-AF9E-AB6622B28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32712"/>
            <a:ext cx="9937104" cy="50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010350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EB47D27B-7870-7A30-1FB3-271925352F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9D0BDF-8BE7-4C3F-9009-83FAF1F2140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71A69576-E759-9E60-FB8B-7EAA6CAB199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51384" y="1342118"/>
            <a:ext cx="5473179" cy="4895169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D5A5EC18-08C2-07A3-2B01-C841E0C1359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68008" y="1341439"/>
            <a:ext cx="5472000" cy="4895626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6EF3FCC-242D-91F9-EE46-DD09C0E51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32712"/>
            <a:ext cx="9937104" cy="50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673467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EB47D27B-7870-7A30-1FB3-271925352F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9D0BDF-8BE7-4C3F-9009-83FAF1F2140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F931D4C7-9CDD-30F2-40C1-32F9D7740A9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50863" y="1341438"/>
            <a:ext cx="3600450" cy="489585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1E15D84B-DCC1-1898-4130-BA5FD63B76E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5775" y="1341438"/>
            <a:ext cx="3600450" cy="489585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Content Placeholder 9">
            <a:extLst>
              <a:ext uri="{FF2B5EF4-FFF2-40B4-BE49-F238E27FC236}">
                <a16:creationId xmlns:a16="http://schemas.microsoft.com/office/drawing/2014/main" id="{46F78847-B3C4-8FE0-A2F7-DDAC1BE0A54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40688" y="1341438"/>
            <a:ext cx="3600450" cy="489585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6B6D85-BAB4-546D-23E0-3E4267017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32712"/>
            <a:ext cx="9937104" cy="50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3291346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EB47D27B-7870-7A30-1FB3-271925352F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9D0BDF-8BE7-4C3F-9009-83FAF1F2140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08FCBDAC-B47E-9471-7C0B-B4EB50BB1F2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50863" y="1341438"/>
            <a:ext cx="2663825" cy="489585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CEA454AD-C38E-AB33-EBD6-E144DF802A9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60000" y="1341438"/>
            <a:ext cx="2663825" cy="489585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99CCE640-8E63-E777-ECCE-9ABBADE87E0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8177" y="1341438"/>
            <a:ext cx="2663825" cy="489585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Content Placeholder 9">
            <a:extLst>
              <a:ext uri="{FF2B5EF4-FFF2-40B4-BE49-F238E27FC236}">
                <a16:creationId xmlns:a16="http://schemas.microsoft.com/office/drawing/2014/main" id="{20A9E91D-6BF1-2E08-644B-5D6FCCACB4B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976000" y="1341000"/>
            <a:ext cx="2663825" cy="489585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6972E2-DC78-474B-EC5C-4EAB4BE0F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32712"/>
            <a:ext cx="9937104" cy="50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1174963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2-image 2-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EB47D27B-7870-7A30-1FB3-271925352F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9D0BDF-8BE7-4C3F-9009-83FAF1F2140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8">
            <a:extLst>
              <a:ext uri="{FF2B5EF4-FFF2-40B4-BE49-F238E27FC236}">
                <a16:creationId xmlns:a16="http://schemas.microsoft.com/office/drawing/2014/main" id="{B6C9FEAB-6CEB-D332-D68A-03E5B9AFB652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551992" y="1341116"/>
            <a:ext cx="5472571" cy="2304132"/>
          </a:xfrm>
          <a:prstGeom prst="rect">
            <a:avLst/>
          </a:prstGeom>
          <a:noFill/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186A7C2C-73E9-A173-7C1C-2BA785B2EEA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68008" y="1340769"/>
            <a:ext cx="5470854" cy="2304132"/>
          </a:xfrm>
          <a:prstGeom prst="rect">
            <a:avLst/>
          </a:prstGeom>
          <a:noFill/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6" name="Content Placeholder 12">
            <a:extLst>
              <a:ext uri="{FF2B5EF4-FFF2-40B4-BE49-F238E27FC236}">
                <a16:creationId xmlns:a16="http://schemas.microsoft.com/office/drawing/2014/main" id="{E751277B-2BDE-E8AA-E8D7-0ABB56B8CBD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1992" y="3789040"/>
            <a:ext cx="5472571" cy="24482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Content Placeholder 12">
            <a:extLst>
              <a:ext uri="{FF2B5EF4-FFF2-40B4-BE49-F238E27FC236}">
                <a16:creationId xmlns:a16="http://schemas.microsoft.com/office/drawing/2014/main" id="{A9B3A9AC-1CD6-4F9A-E2DB-24E897AC4FC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68008" y="3789040"/>
            <a:ext cx="5470854" cy="24482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B343E20-6E9B-C19C-CB1F-4B83D5CC6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32712"/>
            <a:ext cx="9937104" cy="50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761466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3-image 3-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EB47D27B-7870-7A30-1FB3-271925352F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9D0BDF-8BE7-4C3F-9009-83FAF1F2140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8">
            <a:extLst>
              <a:ext uri="{FF2B5EF4-FFF2-40B4-BE49-F238E27FC236}">
                <a16:creationId xmlns:a16="http://schemas.microsoft.com/office/drawing/2014/main" id="{7A277678-2C34-DFDE-C2E8-B12361BF2218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551992" y="1341463"/>
            <a:ext cx="3599321" cy="2303784"/>
          </a:xfrm>
          <a:prstGeom prst="rect">
            <a:avLst/>
          </a:prstGeom>
          <a:pattFill prst="wdUpDiag">
            <a:fgClr>
              <a:schemeClr val="bg1"/>
            </a:fgClr>
            <a:bgClr>
              <a:schemeClr val="bg1">
                <a:lumMod val="95000"/>
              </a:schemeClr>
            </a:bgClr>
          </a:pattFill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103F1A7D-4ACD-D21D-839D-4CE85E13A9B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5800" y="1341116"/>
            <a:ext cx="3599321" cy="2303784"/>
          </a:xfrm>
          <a:prstGeom prst="rect">
            <a:avLst/>
          </a:prstGeom>
          <a:pattFill prst="wdUpDiag">
            <a:fgClr>
              <a:schemeClr val="bg1"/>
            </a:fgClr>
            <a:bgClr>
              <a:schemeClr val="bg1">
                <a:lumMod val="95000"/>
              </a:schemeClr>
            </a:bgClr>
          </a:pattFill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6" name="Content Placeholder 12">
            <a:extLst>
              <a:ext uri="{FF2B5EF4-FFF2-40B4-BE49-F238E27FC236}">
                <a16:creationId xmlns:a16="http://schemas.microsoft.com/office/drawing/2014/main" id="{312995B7-95EF-8A5A-E383-7B80F7D7EC8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1992" y="3789040"/>
            <a:ext cx="3599321" cy="2447925"/>
          </a:xfrm>
          <a:prstGeom prst="rect">
            <a:avLst/>
          </a:prstGeom>
        </p:spPr>
        <p:txBody>
          <a:bodyPr/>
          <a:lstStyle>
            <a:lvl2pPr>
              <a:defRPr sz="1600"/>
            </a:lvl2pPr>
            <a:lvl3pPr>
              <a:defRPr sz="1200"/>
            </a:lvl3pPr>
          </a:lstStyle>
          <a:p>
            <a:pPr lvl="0"/>
            <a:r>
              <a:rPr lang="en-US" dirty="0"/>
              <a:t>Click to edit Master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Content Placeholder 12">
            <a:extLst>
              <a:ext uri="{FF2B5EF4-FFF2-40B4-BE49-F238E27FC236}">
                <a16:creationId xmlns:a16="http://schemas.microsoft.com/office/drawing/2014/main" id="{81EFC976-6ABD-A0E0-1A8F-66491BB16B0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295800" y="3789040"/>
            <a:ext cx="3599321" cy="2447925"/>
          </a:xfrm>
          <a:prstGeom prst="rect">
            <a:avLst/>
          </a:prstGeom>
        </p:spPr>
        <p:txBody>
          <a:bodyPr/>
          <a:lstStyle>
            <a:lvl2pPr>
              <a:defRPr sz="1600"/>
            </a:lvl2pPr>
            <a:lvl3pPr>
              <a:defRPr sz="1200"/>
            </a:lvl3pPr>
          </a:lstStyle>
          <a:p>
            <a:pPr lvl="0"/>
            <a:r>
              <a:rPr lang="en-US" dirty="0"/>
              <a:t>Click to edit Master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8C7F6E3F-C4E9-562C-B900-6D64C424FC3D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040216" y="1341116"/>
            <a:ext cx="3599321" cy="2303784"/>
          </a:xfrm>
          <a:prstGeom prst="rect">
            <a:avLst/>
          </a:prstGeom>
          <a:pattFill prst="wdUpDiag">
            <a:fgClr>
              <a:schemeClr val="bg1"/>
            </a:fgClr>
            <a:bgClr>
              <a:schemeClr val="bg1">
                <a:lumMod val="95000"/>
              </a:schemeClr>
            </a:bgClr>
          </a:pattFill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716BA21A-6B10-1F87-D21C-2B08CE63EA6B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040216" y="3789040"/>
            <a:ext cx="3599321" cy="2447925"/>
          </a:xfrm>
          <a:prstGeom prst="rect">
            <a:avLst/>
          </a:prstGeom>
        </p:spPr>
        <p:txBody>
          <a:bodyPr/>
          <a:lstStyle>
            <a:lvl2pPr>
              <a:defRPr sz="1600"/>
            </a:lvl2pPr>
            <a:lvl3pPr>
              <a:defRPr sz="1200"/>
            </a:lvl3pPr>
          </a:lstStyle>
          <a:p>
            <a:pPr lvl="0"/>
            <a:r>
              <a:rPr lang="en-US" dirty="0"/>
              <a:t>Click to edit Master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CE14349-C972-5514-7306-ED030387DE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32712"/>
            <a:ext cx="9937104" cy="50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0753782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4-image 4-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AA3BD555-09EA-CC8E-B7D5-5670702A7B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9D0BDF-8BE7-4C3F-9009-83FAF1F2140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8">
            <a:extLst>
              <a:ext uri="{FF2B5EF4-FFF2-40B4-BE49-F238E27FC236}">
                <a16:creationId xmlns:a16="http://schemas.microsoft.com/office/drawing/2014/main" id="{46967C78-2846-79C2-5A87-20042C98909F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551993" y="1341439"/>
            <a:ext cx="2662696" cy="2303585"/>
          </a:xfrm>
          <a:prstGeom prst="rect">
            <a:avLst/>
          </a:prstGeom>
          <a:pattFill prst="wdUpDiag">
            <a:fgClr>
              <a:schemeClr val="bg1"/>
            </a:fgClr>
            <a:bgClr>
              <a:schemeClr val="bg1">
                <a:lumMod val="95000"/>
              </a:schemeClr>
            </a:bgClr>
          </a:pattFill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4" name="Content Placeholder 12">
            <a:extLst>
              <a:ext uri="{FF2B5EF4-FFF2-40B4-BE49-F238E27FC236}">
                <a16:creationId xmlns:a16="http://schemas.microsoft.com/office/drawing/2014/main" id="{A538D7C6-CCA5-5312-8DE0-585C228581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1993" y="3789040"/>
            <a:ext cx="2662696" cy="2447925"/>
          </a:xfrm>
          <a:prstGeom prst="rect">
            <a:avLst/>
          </a:prstGeom>
        </p:spPr>
        <p:txBody>
          <a:bodyPr/>
          <a:lstStyle>
            <a:lvl2pPr>
              <a:defRPr sz="1600"/>
            </a:lvl2pPr>
            <a:lvl3pPr>
              <a:defRPr sz="1200"/>
            </a:lvl3pPr>
          </a:lstStyle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5B1420AA-9B77-992A-060B-2ED756FAE0C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359696" y="1341439"/>
            <a:ext cx="2662696" cy="2303585"/>
          </a:xfrm>
          <a:prstGeom prst="rect">
            <a:avLst/>
          </a:prstGeom>
          <a:pattFill prst="wdUpDiag">
            <a:fgClr>
              <a:schemeClr val="bg1"/>
            </a:fgClr>
            <a:bgClr>
              <a:schemeClr val="bg1">
                <a:lumMod val="95000"/>
              </a:schemeClr>
            </a:bgClr>
          </a:pattFill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6" name="Content Placeholder 12">
            <a:extLst>
              <a:ext uri="{FF2B5EF4-FFF2-40B4-BE49-F238E27FC236}">
                <a16:creationId xmlns:a16="http://schemas.microsoft.com/office/drawing/2014/main" id="{9DC6DBE7-0362-1B8D-B55A-D12366128FE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359696" y="3789040"/>
            <a:ext cx="2662696" cy="2447925"/>
          </a:xfrm>
          <a:prstGeom prst="rect">
            <a:avLst/>
          </a:prstGeom>
        </p:spPr>
        <p:txBody>
          <a:bodyPr/>
          <a:lstStyle>
            <a:lvl2pPr>
              <a:defRPr sz="1600"/>
            </a:lvl2pPr>
            <a:lvl3pPr>
              <a:defRPr sz="1200"/>
            </a:lvl3pPr>
          </a:lstStyle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Content Placeholder 8">
            <a:extLst>
              <a:ext uri="{FF2B5EF4-FFF2-40B4-BE49-F238E27FC236}">
                <a16:creationId xmlns:a16="http://schemas.microsoft.com/office/drawing/2014/main" id="{AC6D7779-0A04-433A-AADD-F673DA83603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168008" y="1341439"/>
            <a:ext cx="2662696" cy="2303585"/>
          </a:xfrm>
          <a:prstGeom prst="rect">
            <a:avLst/>
          </a:prstGeom>
          <a:pattFill prst="wdUpDiag">
            <a:fgClr>
              <a:schemeClr val="bg1"/>
            </a:fgClr>
            <a:bgClr>
              <a:schemeClr val="bg1">
                <a:lumMod val="95000"/>
              </a:schemeClr>
            </a:bgClr>
          </a:pattFill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8" name="Content Placeholder 12">
            <a:extLst>
              <a:ext uri="{FF2B5EF4-FFF2-40B4-BE49-F238E27FC236}">
                <a16:creationId xmlns:a16="http://schemas.microsoft.com/office/drawing/2014/main" id="{E0178DD7-BF16-5BF9-E918-F09C9530303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168008" y="3789040"/>
            <a:ext cx="2662696" cy="2447925"/>
          </a:xfrm>
          <a:prstGeom prst="rect">
            <a:avLst/>
          </a:prstGeom>
        </p:spPr>
        <p:txBody>
          <a:bodyPr/>
          <a:lstStyle>
            <a:lvl2pPr>
              <a:defRPr sz="1600"/>
            </a:lvl2pPr>
            <a:lvl3pPr>
              <a:defRPr sz="1200"/>
            </a:lvl3pPr>
          </a:lstStyle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353FA8C-4F39-8E1A-B276-29CBAAB9E300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8976320" y="1341439"/>
            <a:ext cx="2662696" cy="2303585"/>
          </a:xfrm>
          <a:prstGeom prst="rect">
            <a:avLst/>
          </a:prstGeom>
          <a:pattFill prst="wdUpDiag">
            <a:fgClr>
              <a:schemeClr val="bg1"/>
            </a:fgClr>
            <a:bgClr>
              <a:schemeClr val="bg1">
                <a:lumMod val="95000"/>
              </a:schemeClr>
            </a:bgClr>
          </a:pattFill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10" name="Content Placeholder 12">
            <a:extLst>
              <a:ext uri="{FF2B5EF4-FFF2-40B4-BE49-F238E27FC236}">
                <a16:creationId xmlns:a16="http://schemas.microsoft.com/office/drawing/2014/main" id="{0B72A858-C352-B644-C6CA-A5660A13B5F5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8976320" y="3789040"/>
            <a:ext cx="2662696" cy="2447925"/>
          </a:xfrm>
          <a:prstGeom prst="rect">
            <a:avLst/>
          </a:prstGeom>
        </p:spPr>
        <p:txBody>
          <a:bodyPr/>
          <a:lstStyle>
            <a:lvl2pPr>
              <a:defRPr sz="1600"/>
            </a:lvl2pPr>
            <a:lvl3pPr>
              <a:defRPr sz="1200"/>
            </a:lvl3pPr>
          </a:lstStyle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293CA4B5-A409-589F-E668-02866FE19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32712"/>
            <a:ext cx="9937104" cy="50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645176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AA3BD555-09EA-CC8E-B7D5-5670702A7B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9D0BDF-8BE7-4C3F-9009-83FAF1F2140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3AB54B-4C81-8DE9-D35D-F5DD94929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32712"/>
            <a:ext cx="9864616" cy="50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8537704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EB47D27B-7870-7A30-1FB3-271925352F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9D0BDF-8BE7-4C3F-9009-83FAF1F2140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028E27FD-D67B-A181-8C49-D6C0637FEA0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51384" y="1341438"/>
            <a:ext cx="11088000" cy="4895850"/>
          </a:xfrm>
          <a:prstGeom prst="rect">
            <a:avLst/>
          </a:prstGeom>
        </p:spPr>
        <p:txBody>
          <a:bodyPr>
            <a:noAutofit/>
          </a:bodyPr>
          <a:lstStyle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BAF449-9964-900D-3337-E4ED53A00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32712"/>
            <a:ext cx="9864616" cy="50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3425056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EB47D27B-7870-7A30-1FB3-271925352F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9D0BDF-8BE7-4C3F-9009-83FAF1F2140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71A69576-E759-9E60-FB8B-7EAA6CAB199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51384" y="1342118"/>
            <a:ext cx="5473179" cy="4895169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D5A5EC18-08C2-07A3-2B01-C841E0C1359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68008" y="1341439"/>
            <a:ext cx="5472000" cy="4895626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EA98E46-B71E-FA43-0A78-8889981A3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32712"/>
            <a:ext cx="9864616" cy="50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4008606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EB47D27B-7870-7A30-1FB3-271925352F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9D0BDF-8BE7-4C3F-9009-83FAF1F2140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F931D4C7-9CDD-30F2-40C1-32F9D7740A9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50863" y="1341438"/>
            <a:ext cx="3600450" cy="489585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1E15D84B-DCC1-1898-4130-BA5FD63B76E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5775" y="1341438"/>
            <a:ext cx="3600450" cy="489585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Content Placeholder 9">
            <a:extLst>
              <a:ext uri="{FF2B5EF4-FFF2-40B4-BE49-F238E27FC236}">
                <a16:creationId xmlns:a16="http://schemas.microsoft.com/office/drawing/2014/main" id="{46F78847-B3C4-8FE0-A2F7-DDAC1BE0A54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40688" y="1341438"/>
            <a:ext cx="3600450" cy="489585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9AF05F-8922-168D-A48A-13AE4087B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32712"/>
            <a:ext cx="9864616" cy="50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0443065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EB47D27B-7870-7A30-1FB3-271925352F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9D0BDF-8BE7-4C3F-9009-83FAF1F2140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08FCBDAC-B47E-9471-7C0B-B4EB50BB1F2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50863" y="1341438"/>
            <a:ext cx="2663825" cy="489585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CEA454AD-C38E-AB33-EBD6-E144DF802A9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60000" y="1341438"/>
            <a:ext cx="2663825" cy="489585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99CCE640-8E63-E777-ECCE-9ABBADE87E0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8177" y="1341438"/>
            <a:ext cx="2663825" cy="489585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Content Placeholder 9">
            <a:extLst>
              <a:ext uri="{FF2B5EF4-FFF2-40B4-BE49-F238E27FC236}">
                <a16:creationId xmlns:a16="http://schemas.microsoft.com/office/drawing/2014/main" id="{20A9E91D-6BF1-2E08-644B-5D6FCCACB4B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976000" y="1341000"/>
            <a:ext cx="2663825" cy="489585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66B8805-8C72-9E9B-E86C-2C83D79FE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32712"/>
            <a:ext cx="9864616" cy="50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4961394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2-image 2-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EB47D27B-7870-7A30-1FB3-271925352F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9D0BDF-8BE7-4C3F-9009-83FAF1F2140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8">
            <a:extLst>
              <a:ext uri="{FF2B5EF4-FFF2-40B4-BE49-F238E27FC236}">
                <a16:creationId xmlns:a16="http://schemas.microsoft.com/office/drawing/2014/main" id="{B6C9FEAB-6CEB-D332-D68A-03E5B9AFB652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551992" y="1341116"/>
            <a:ext cx="5472571" cy="2304132"/>
          </a:xfrm>
          <a:prstGeom prst="rect">
            <a:avLst/>
          </a:prstGeom>
          <a:noFill/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186A7C2C-73E9-A173-7C1C-2BA785B2EEA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68008" y="1340769"/>
            <a:ext cx="5470854" cy="2304132"/>
          </a:xfrm>
          <a:prstGeom prst="rect">
            <a:avLst/>
          </a:prstGeom>
          <a:noFill/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6" name="Content Placeholder 12">
            <a:extLst>
              <a:ext uri="{FF2B5EF4-FFF2-40B4-BE49-F238E27FC236}">
                <a16:creationId xmlns:a16="http://schemas.microsoft.com/office/drawing/2014/main" id="{E751277B-2BDE-E8AA-E8D7-0ABB56B8CBD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1992" y="3789040"/>
            <a:ext cx="5472571" cy="24482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Content Placeholder 12">
            <a:extLst>
              <a:ext uri="{FF2B5EF4-FFF2-40B4-BE49-F238E27FC236}">
                <a16:creationId xmlns:a16="http://schemas.microsoft.com/office/drawing/2014/main" id="{A9B3A9AC-1CD6-4F9A-E2DB-24E897AC4FC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68008" y="3789040"/>
            <a:ext cx="5470854" cy="24482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9C54878-2E77-79DD-7D8B-33B66A275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32712"/>
            <a:ext cx="9864616" cy="50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6924782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3-image 3-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EB47D27B-7870-7A30-1FB3-271925352F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9D0BDF-8BE7-4C3F-9009-83FAF1F2140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8">
            <a:extLst>
              <a:ext uri="{FF2B5EF4-FFF2-40B4-BE49-F238E27FC236}">
                <a16:creationId xmlns:a16="http://schemas.microsoft.com/office/drawing/2014/main" id="{7A277678-2C34-DFDE-C2E8-B12361BF2218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551992" y="1341463"/>
            <a:ext cx="3599321" cy="2303784"/>
          </a:xfrm>
          <a:prstGeom prst="rect">
            <a:avLst/>
          </a:prstGeom>
          <a:noFill/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 dirty="0"/>
              <a:t>Insert graphic</a:t>
            </a:r>
          </a:p>
        </p:txBody>
      </p:sp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103F1A7D-4ACD-D21D-839D-4CE85E13A9B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5800" y="1341116"/>
            <a:ext cx="3599321" cy="2303784"/>
          </a:xfrm>
          <a:prstGeom prst="rect">
            <a:avLst/>
          </a:prstGeom>
          <a:noFill/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 dirty="0"/>
              <a:t>Insert graphic</a:t>
            </a:r>
          </a:p>
        </p:txBody>
      </p:sp>
      <p:sp>
        <p:nvSpPr>
          <p:cNvPr id="6" name="Content Placeholder 12">
            <a:extLst>
              <a:ext uri="{FF2B5EF4-FFF2-40B4-BE49-F238E27FC236}">
                <a16:creationId xmlns:a16="http://schemas.microsoft.com/office/drawing/2014/main" id="{312995B7-95EF-8A5A-E383-7B80F7D7EC8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1992" y="3789040"/>
            <a:ext cx="3599321" cy="2447925"/>
          </a:xfrm>
          <a:prstGeom prst="rect">
            <a:avLst/>
          </a:prstGeom>
        </p:spPr>
        <p:txBody>
          <a:bodyPr/>
          <a:lstStyle>
            <a:lvl2pPr>
              <a:defRPr sz="1600"/>
            </a:lvl2pPr>
            <a:lvl3pPr>
              <a:defRPr sz="1200"/>
            </a:lvl3pPr>
          </a:lstStyle>
          <a:p>
            <a:pPr lvl="0"/>
            <a:r>
              <a:rPr lang="en-US" dirty="0"/>
              <a:t>Click to edit Master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Content Placeholder 12">
            <a:extLst>
              <a:ext uri="{FF2B5EF4-FFF2-40B4-BE49-F238E27FC236}">
                <a16:creationId xmlns:a16="http://schemas.microsoft.com/office/drawing/2014/main" id="{81EFC976-6ABD-A0E0-1A8F-66491BB16B0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295800" y="3789040"/>
            <a:ext cx="3599321" cy="2447925"/>
          </a:xfrm>
          <a:prstGeom prst="rect">
            <a:avLst/>
          </a:prstGeom>
        </p:spPr>
        <p:txBody>
          <a:bodyPr/>
          <a:lstStyle>
            <a:lvl2pPr>
              <a:defRPr sz="1600"/>
            </a:lvl2pPr>
            <a:lvl3pPr>
              <a:defRPr sz="1200"/>
            </a:lvl3pPr>
          </a:lstStyle>
          <a:p>
            <a:pPr lvl="0"/>
            <a:r>
              <a:rPr lang="en-US" dirty="0"/>
              <a:t>Click to edit Master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8C7F6E3F-C4E9-562C-B900-6D64C424FC3D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040216" y="1341116"/>
            <a:ext cx="3599321" cy="2303784"/>
          </a:xfrm>
          <a:prstGeom prst="rect">
            <a:avLst/>
          </a:prstGeom>
          <a:noFill/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 dirty="0"/>
              <a:t>Insert graphic</a:t>
            </a:r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716BA21A-6B10-1F87-D21C-2B08CE63EA6B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040216" y="3789040"/>
            <a:ext cx="3599321" cy="2447925"/>
          </a:xfrm>
          <a:prstGeom prst="rect">
            <a:avLst/>
          </a:prstGeom>
        </p:spPr>
        <p:txBody>
          <a:bodyPr/>
          <a:lstStyle>
            <a:lvl2pPr>
              <a:defRPr sz="1600"/>
            </a:lvl2pPr>
            <a:lvl3pPr>
              <a:defRPr sz="1200"/>
            </a:lvl3pPr>
          </a:lstStyle>
          <a:p>
            <a:pPr lvl="0"/>
            <a:r>
              <a:rPr lang="en-US" dirty="0"/>
              <a:t>Click to edit Master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7089D98-9012-E173-889F-AF48895AF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32712"/>
            <a:ext cx="9864616" cy="50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515242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4-image 4-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AA3BD555-09EA-CC8E-B7D5-5670702A7B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9D0BDF-8BE7-4C3F-9009-83FAF1F2140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8">
            <a:extLst>
              <a:ext uri="{FF2B5EF4-FFF2-40B4-BE49-F238E27FC236}">
                <a16:creationId xmlns:a16="http://schemas.microsoft.com/office/drawing/2014/main" id="{46967C78-2846-79C2-5A87-20042C98909F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551993" y="1341439"/>
            <a:ext cx="2662696" cy="2303585"/>
          </a:xfrm>
          <a:prstGeom prst="rect">
            <a:avLst/>
          </a:prstGeom>
          <a:noFill/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4" name="Content Placeholder 12">
            <a:extLst>
              <a:ext uri="{FF2B5EF4-FFF2-40B4-BE49-F238E27FC236}">
                <a16:creationId xmlns:a16="http://schemas.microsoft.com/office/drawing/2014/main" id="{A538D7C6-CCA5-5312-8DE0-585C228581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1993" y="3789040"/>
            <a:ext cx="2662696" cy="2447925"/>
          </a:xfrm>
          <a:prstGeom prst="rect">
            <a:avLst/>
          </a:prstGeom>
        </p:spPr>
        <p:txBody>
          <a:bodyPr/>
          <a:lstStyle>
            <a:lvl2pPr>
              <a:defRPr sz="1600"/>
            </a:lvl2pPr>
            <a:lvl3pPr>
              <a:defRPr sz="1200"/>
            </a:lvl3pPr>
          </a:lstStyle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5B1420AA-9B77-992A-060B-2ED756FAE0C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359696" y="1341439"/>
            <a:ext cx="2662696" cy="2303585"/>
          </a:xfrm>
          <a:prstGeom prst="rect">
            <a:avLst/>
          </a:prstGeom>
          <a:noFill/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6" name="Content Placeholder 12">
            <a:extLst>
              <a:ext uri="{FF2B5EF4-FFF2-40B4-BE49-F238E27FC236}">
                <a16:creationId xmlns:a16="http://schemas.microsoft.com/office/drawing/2014/main" id="{9DC6DBE7-0362-1B8D-B55A-D12366128FE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359696" y="3789040"/>
            <a:ext cx="2662696" cy="2447925"/>
          </a:xfrm>
          <a:prstGeom prst="rect">
            <a:avLst/>
          </a:prstGeom>
        </p:spPr>
        <p:txBody>
          <a:bodyPr/>
          <a:lstStyle>
            <a:lvl2pPr>
              <a:defRPr sz="1600"/>
            </a:lvl2pPr>
            <a:lvl3pPr>
              <a:defRPr sz="1200"/>
            </a:lvl3pPr>
          </a:lstStyle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Content Placeholder 8">
            <a:extLst>
              <a:ext uri="{FF2B5EF4-FFF2-40B4-BE49-F238E27FC236}">
                <a16:creationId xmlns:a16="http://schemas.microsoft.com/office/drawing/2014/main" id="{AC6D7779-0A04-433A-AADD-F673DA83603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168008" y="1341439"/>
            <a:ext cx="2662696" cy="2303585"/>
          </a:xfrm>
          <a:prstGeom prst="rect">
            <a:avLst/>
          </a:prstGeom>
          <a:noFill/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8" name="Content Placeholder 12">
            <a:extLst>
              <a:ext uri="{FF2B5EF4-FFF2-40B4-BE49-F238E27FC236}">
                <a16:creationId xmlns:a16="http://schemas.microsoft.com/office/drawing/2014/main" id="{E0178DD7-BF16-5BF9-E918-F09C9530303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168008" y="3789040"/>
            <a:ext cx="2662696" cy="2447925"/>
          </a:xfrm>
          <a:prstGeom prst="rect">
            <a:avLst/>
          </a:prstGeom>
        </p:spPr>
        <p:txBody>
          <a:bodyPr/>
          <a:lstStyle>
            <a:lvl2pPr>
              <a:defRPr sz="1600"/>
            </a:lvl2pPr>
            <a:lvl3pPr>
              <a:defRPr sz="1200"/>
            </a:lvl3pPr>
          </a:lstStyle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353FA8C-4F39-8E1A-B276-29CBAAB9E300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8976320" y="1341439"/>
            <a:ext cx="2662696" cy="2303585"/>
          </a:xfrm>
          <a:prstGeom prst="rect">
            <a:avLst/>
          </a:prstGeom>
          <a:noFill/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10" name="Content Placeholder 12">
            <a:extLst>
              <a:ext uri="{FF2B5EF4-FFF2-40B4-BE49-F238E27FC236}">
                <a16:creationId xmlns:a16="http://schemas.microsoft.com/office/drawing/2014/main" id="{0B72A858-C352-B644-C6CA-A5660A13B5F5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8976320" y="3789040"/>
            <a:ext cx="2662696" cy="2447925"/>
          </a:xfrm>
          <a:prstGeom prst="rect">
            <a:avLst/>
          </a:prstGeom>
        </p:spPr>
        <p:txBody>
          <a:bodyPr/>
          <a:lstStyle>
            <a:lvl2pPr>
              <a:defRPr sz="1600"/>
            </a:lvl2pPr>
            <a:lvl3pPr>
              <a:defRPr sz="1200"/>
            </a:lvl3pPr>
          </a:lstStyle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ACF771D-FA22-B5A4-9258-7415F73BC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32712"/>
            <a:ext cx="9864616" cy="50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703447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and White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011DDF6D-9DB7-323A-2008-7CE1ABF7E2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9D0BDF-8BE7-4C3F-9009-83FAF1F2140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C3AD405B-F8F2-014E-F74D-3E550734B30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672000" y="1341438"/>
            <a:ext cx="5029200" cy="489585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cxnSp>
        <p:nvCxnSpPr>
          <p:cNvPr id="6" name="Straight Connector 4">
            <a:extLst>
              <a:ext uri="{FF2B5EF4-FFF2-40B4-BE49-F238E27FC236}">
                <a16:creationId xmlns:a16="http://schemas.microsoft.com/office/drawing/2014/main" id="{9CAD3880-D88C-3F4E-ABD8-BC6E61C0D6E6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6085350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74229609-3203-B098-0FCF-7F73D128577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52000" y="1341438"/>
            <a:ext cx="5029200" cy="489585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C5332E-2CB6-5186-4C45-61066DF68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32712"/>
            <a:ext cx="9864616" cy="50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9449452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and White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804EB8DC-25EA-CD43-E2A8-8A8F451C804A}"/>
              </a:ext>
            </a:extLst>
          </p:cNvPr>
          <p:cNvSpPr/>
          <p:nvPr userDrawn="1"/>
        </p:nvSpPr>
        <p:spPr>
          <a:xfrm>
            <a:off x="4151784" y="980728"/>
            <a:ext cx="3457375" cy="587678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AA3BD555-09EA-CC8E-B7D5-5670702A7B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9D0BDF-8BE7-4C3F-9009-83FAF1F2140A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2" name="Straight Connector 4">
            <a:extLst>
              <a:ext uri="{FF2B5EF4-FFF2-40B4-BE49-F238E27FC236}">
                <a16:creationId xmlns:a16="http://schemas.microsoft.com/office/drawing/2014/main" id="{6D864FAF-B717-E3AC-822C-0BEEFA7D09A9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4151313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E9493F03-FAFC-687C-44E8-8B5DBC0F7D7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38638" y="1341438"/>
            <a:ext cx="3457588" cy="489585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Content Placeholder 9">
            <a:extLst>
              <a:ext uri="{FF2B5EF4-FFF2-40B4-BE49-F238E27FC236}">
                <a16:creationId xmlns:a16="http://schemas.microsoft.com/office/drawing/2014/main" id="{C38B169D-E321-C4CA-9057-83E6091059B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40000" y="1341438"/>
            <a:ext cx="3601138" cy="489585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0D6D00C3-2C9B-CCB6-3331-7AFD7E887DE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52000" y="1341438"/>
            <a:ext cx="3456000" cy="489585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7CB1914-6641-4C34-CCB0-93E073F71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32712"/>
            <a:ext cx="9864616" cy="50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690500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and White Sid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804EB8DC-25EA-CD43-E2A8-8A8F451C804A}"/>
              </a:ext>
            </a:extLst>
          </p:cNvPr>
          <p:cNvSpPr/>
          <p:nvPr userDrawn="1"/>
        </p:nvSpPr>
        <p:spPr>
          <a:xfrm>
            <a:off x="3214689" y="980728"/>
            <a:ext cx="3457375" cy="587678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AA3BD555-09EA-CC8E-B7D5-5670702A7B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9D0BDF-8BE7-4C3F-9009-83FAF1F2140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A1474B65-882B-0499-7271-D1BA5C2438D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504000" y="1341439"/>
            <a:ext cx="3960152" cy="4895849"/>
          </a:xfrm>
          <a:prstGeom prst="rect">
            <a:avLst/>
          </a:prstGeom>
        </p:spPr>
        <p:txBody>
          <a:bodyPr tIns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81CB2667-2D3D-B832-F442-FE9371FA2E0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753464" y="1341439"/>
            <a:ext cx="3887152" cy="4895849"/>
          </a:xfrm>
          <a:prstGeom prst="rect">
            <a:avLst/>
          </a:prstGeom>
        </p:spPr>
        <p:txBody>
          <a:bodyPr tIns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6C63DDB-B069-0956-1783-2DDD4F55E4B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52000" y="1341439"/>
            <a:ext cx="2520000" cy="4895849"/>
          </a:xfrm>
          <a:prstGeom prst="rect">
            <a:avLst/>
          </a:prstGeom>
        </p:spPr>
        <p:txBody>
          <a:bodyPr tIns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cxnSp>
        <p:nvCxnSpPr>
          <p:cNvPr id="9" name="Straight Connector 4">
            <a:extLst>
              <a:ext uri="{FF2B5EF4-FFF2-40B4-BE49-F238E27FC236}">
                <a16:creationId xmlns:a16="http://schemas.microsoft.com/office/drawing/2014/main" id="{98709629-A190-A7DD-AEDA-27339AD35529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1052513"/>
            <a:ext cx="3214689" cy="487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12F9CC3B-65EB-27A2-D275-5C2D73F4E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32712"/>
            <a:ext cx="9864616" cy="50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5030673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and White Side Ba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804EB8DC-25EA-CD43-E2A8-8A8F451C804A}"/>
              </a:ext>
            </a:extLst>
          </p:cNvPr>
          <p:cNvSpPr/>
          <p:nvPr userDrawn="1"/>
        </p:nvSpPr>
        <p:spPr>
          <a:xfrm>
            <a:off x="3214689" y="980728"/>
            <a:ext cx="3457375" cy="587678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AA3BD555-09EA-CC8E-B7D5-5670702A7B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9D0BDF-8BE7-4C3F-9009-83FAF1F2140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6C63DDB-B069-0956-1783-2DDD4F55E4B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52000" y="1341439"/>
            <a:ext cx="2520000" cy="4895849"/>
          </a:xfrm>
          <a:prstGeom prst="rect">
            <a:avLst/>
          </a:prstGeom>
        </p:spPr>
        <p:txBody>
          <a:bodyPr tIns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cxnSp>
        <p:nvCxnSpPr>
          <p:cNvPr id="9" name="Straight Connector 4">
            <a:extLst>
              <a:ext uri="{FF2B5EF4-FFF2-40B4-BE49-F238E27FC236}">
                <a16:creationId xmlns:a16="http://schemas.microsoft.com/office/drawing/2014/main" id="{98709629-A190-A7DD-AEDA-27339AD35529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1052513"/>
            <a:ext cx="3214689" cy="487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12F9CC3B-65EB-27A2-D275-5C2D73F4E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32712"/>
            <a:ext cx="9864616" cy="50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1115090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and Blue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104E7A80-2A6D-53C8-DA8A-0EF3D81188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9D0BDF-8BE7-4C3F-9009-83FAF1F2140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53813CE9-BA51-641E-5673-6BDD53407AE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5086" y="1341438"/>
            <a:ext cx="5029200" cy="489585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36E8E925-6630-AAB0-7104-66691625D96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610800" y="1341438"/>
            <a:ext cx="5029200" cy="489585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2EB068-6E6C-0E2F-6382-EFC9E8560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32712"/>
            <a:ext cx="9864616" cy="50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7435103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and Blue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32C5AD8-21E4-508F-40DD-D324761E0AD4}"/>
              </a:ext>
            </a:extLst>
          </p:cNvPr>
          <p:cNvSpPr/>
          <p:nvPr userDrawn="1"/>
        </p:nvSpPr>
        <p:spPr>
          <a:xfrm>
            <a:off x="6023993" y="0"/>
            <a:ext cx="2088231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104E7A80-2A6D-53C8-DA8A-0EF3D81188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9D0BDF-8BE7-4C3F-9009-83FAF1F2140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595A0B20-CE16-4DDA-7D47-F70B917DE01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000" y="1341438"/>
            <a:ext cx="3600450" cy="489585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Content Placeholder 9">
            <a:extLst>
              <a:ext uri="{FF2B5EF4-FFF2-40B4-BE49-F238E27FC236}">
                <a16:creationId xmlns:a16="http://schemas.microsoft.com/office/drawing/2014/main" id="{A98D2EA4-21C4-08E8-9D14-81EDB7EA1C7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6913" y="1341438"/>
            <a:ext cx="3600450" cy="489585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D2B55A-9A19-13F6-580D-FCACED446C16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328000" y="1341438"/>
            <a:ext cx="3456000" cy="489585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09483F7-E9D9-6E59-4E86-62FEA4418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32712"/>
            <a:ext cx="9864616" cy="50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9181065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and Blue Sid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32C5AD8-21E4-508F-40DD-D324761E0AD4}"/>
              </a:ext>
            </a:extLst>
          </p:cNvPr>
          <p:cNvSpPr/>
          <p:nvPr userDrawn="1"/>
        </p:nvSpPr>
        <p:spPr>
          <a:xfrm>
            <a:off x="6023993" y="0"/>
            <a:ext cx="302433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104E7A80-2A6D-53C8-DA8A-0EF3D81188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9D0BDF-8BE7-4C3F-9009-83FAF1F2140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1220BD85-056B-80E8-CB3F-6A5F0A1527C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384" y="1341438"/>
            <a:ext cx="4104000" cy="4895850"/>
          </a:xfrm>
          <a:prstGeom prst="rect">
            <a:avLst/>
          </a:prstGeom>
        </p:spPr>
        <p:txBody>
          <a:bodyPr tIns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75386D17-3D41-CD60-571F-F6DACDAF36E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01154" y="1341438"/>
            <a:ext cx="4030694" cy="4895850"/>
          </a:xfrm>
          <a:prstGeom prst="rect">
            <a:avLst/>
          </a:prstGeom>
        </p:spPr>
        <p:txBody>
          <a:bodyPr tIns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34843DEF-5F0C-F2E2-ED85-8CF2D1D7B72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9264000" y="1341151"/>
            <a:ext cx="2520000" cy="4895849"/>
          </a:xfrm>
          <a:prstGeom prst="rect">
            <a:avLst/>
          </a:prstGeom>
        </p:spPr>
        <p:txBody>
          <a:bodyPr tIns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5EF2005-CAA4-A84A-2B08-C78C132A6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32712"/>
            <a:ext cx="9864616" cy="50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3570156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and Blue Side Ba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32C5AD8-21E4-508F-40DD-D324761E0AD4}"/>
              </a:ext>
            </a:extLst>
          </p:cNvPr>
          <p:cNvSpPr/>
          <p:nvPr userDrawn="1"/>
        </p:nvSpPr>
        <p:spPr>
          <a:xfrm>
            <a:off x="6023993" y="0"/>
            <a:ext cx="302433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104E7A80-2A6D-53C8-DA8A-0EF3D81188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9D0BDF-8BE7-4C3F-9009-83FAF1F2140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34843DEF-5F0C-F2E2-ED85-8CF2D1D7B72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9264000" y="1341151"/>
            <a:ext cx="2520000" cy="4895849"/>
          </a:xfrm>
          <a:prstGeom prst="rect">
            <a:avLst/>
          </a:prstGeom>
        </p:spPr>
        <p:txBody>
          <a:bodyPr tIns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5EF2005-CAA4-A84A-2B08-C78C132A6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32712"/>
            <a:ext cx="9864616" cy="50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5408573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ace Big Logo Only -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4">
            <a:extLst>
              <a:ext uri="{FF2B5EF4-FFF2-40B4-BE49-F238E27FC236}">
                <a16:creationId xmlns:a16="http://schemas.microsoft.com/office/drawing/2014/main" id="{AFCE8B53-131D-EE4E-6718-05CDA77093F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15481" y="2689408"/>
            <a:ext cx="5761037" cy="1479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9045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ace Big Logo with Branches Map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7580A1EE-0419-C322-10EC-223CAE4A78D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</a:blip>
          <a:srcRect b="16704"/>
          <a:stretch>
            <a:fillRect/>
          </a:stretch>
        </p:blipFill>
        <p:spPr>
          <a:xfrm>
            <a:off x="103388" y="440667"/>
            <a:ext cx="11985221" cy="597666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" name="Graphic 4">
            <a:extLst>
              <a:ext uri="{FF2B5EF4-FFF2-40B4-BE49-F238E27FC236}">
                <a16:creationId xmlns:a16="http://schemas.microsoft.com/office/drawing/2014/main" id="{AFCE8B53-131D-EE4E-6718-05CDA77093F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15481" y="2689408"/>
            <a:ext cx="5761037" cy="1479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6772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olace Logo Only - Blue (Faded)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4">
            <a:extLst>
              <a:ext uri="{FF2B5EF4-FFF2-40B4-BE49-F238E27FC236}">
                <a16:creationId xmlns:a16="http://schemas.microsoft.com/office/drawing/2014/main" id="{AFCE8B53-131D-EE4E-6718-05CDA77093F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15481" y="2689408"/>
            <a:ext cx="5761037" cy="1479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4294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ll Solace Logo Only -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39">
            <a:extLst>
              <a:ext uri="{FF2B5EF4-FFF2-40B4-BE49-F238E27FC236}">
                <a16:creationId xmlns:a16="http://schemas.microsoft.com/office/drawing/2014/main" id="{688D61E7-B7D7-6372-7300-54D0D5C5924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04512" y="6375697"/>
            <a:ext cx="936103" cy="24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2036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ace Big Logo Only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4">
            <a:extLst>
              <a:ext uri="{FF2B5EF4-FFF2-40B4-BE49-F238E27FC236}">
                <a16:creationId xmlns:a16="http://schemas.microsoft.com/office/drawing/2014/main" id="{AFCE8B53-131D-EE4E-6718-05CDA77093F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15481" y="2689408"/>
            <a:ext cx="5761037" cy="1479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0375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ace Big Logo with Branches Map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55382E43-0A51-472C-D48F-ED17613BB6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8000"/>
          </a:blip>
          <a:srcRect b="16704"/>
          <a:stretch>
            <a:fillRect/>
          </a:stretch>
        </p:blipFill>
        <p:spPr>
          <a:xfrm>
            <a:off x="31190" y="353106"/>
            <a:ext cx="12160810" cy="60642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" name="Graphic 4">
            <a:extLst>
              <a:ext uri="{FF2B5EF4-FFF2-40B4-BE49-F238E27FC236}">
                <a16:creationId xmlns:a16="http://schemas.microsoft.com/office/drawing/2014/main" id="{AFCE8B53-131D-EE4E-6718-05CDA77093F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15481" y="2689408"/>
            <a:ext cx="5761037" cy="1479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6354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olace Big Logo Only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4">
            <a:extLst>
              <a:ext uri="{FF2B5EF4-FFF2-40B4-BE49-F238E27FC236}">
                <a16:creationId xmlns:a16="http://schemas.microsoft.com/office/drawing/2014/main" id="{AFCE8B53-131D-EE4E-6718-05CDA77093F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15481" y="2689408"/>
            <a:ext cx="5761037" cy="1479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4192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ace Small Logo Only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39">
            <a:extLst>
              <a:ext uri="{FF2B5EF4-FFF2-40B4-BE49-F238E27FC236}">
                <a16:creationId xmlns:a16="http://schemas.microsoft.com/office/drawing/2014/main" id="{4BBF7E56-2535-00A1-13BE-A093F58A160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04512" y="6375697"/>
            <a:ext cx="936103" cy="24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7096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ue Divider Faded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8">
            <a:extLst>
              <a:ext uri="{FF2B5EF4-FFF2-40B4-BE49-F238E27FC236}">
                <a16:creationId xmlns:a16="http://schemas.microsoft.com/office/drawing/2014/main" id="{21845408-4483-A8D2-0412-A0D31FB6E60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3071"/>
          <a:stretch>
            <a:fillRect/>
          </a:stretch>
        </p:blipFill>
        <p:spPr>
          <a:xfrm>
            <a:off x="8276208" y="1041276"/>
            <a:ext cx="3915791" cy="3951586"/>
          </a:xfrm>
          <a:prstGeom prst="rect">
            <a:avLst/>
          </a:prstGeom>
        </p:spPr>
      </p:pic>
      <p:pic>
        <p:nvPicPr>
          <p:cNvPr id="6" name="Graphic 14">
            <a:extLst>
              <a:ext uri="{FF2B5EF4-FFF2-40B4-BE49-F238E27FC236}">
                <a16:creationId xmlns:a16="http://schemas.microsoft.com/office/drawing/2014/main" id="{6E51922A-ADC2-36E9-3DD2-1F99B383451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6865"/>
          <a:stretch>
            <a:fillRect/>
          </a:stretch>
        </p:blipFill>
        <p:spPr>
          <a:xfrm rot="16200000">
            <a:off x="10073939" y="126515"/>
            <a:ext cx="1348410" cy="1095375"/>
          </a:xfrm>
          <a:prstGeom prst="rect">
            <a:avLst/>
          </a:prstGeom>
        </p:spPr>
      </p:pic>
      <p:pic>
        <p:nvPicPr>
          <p:cNvPr id="7" name="Graphic 11">
            <a:extLst>
              <a:ext uri="{FF2B5EF4-FFF2-40B4-BE49-F238E27FC236}">
                <a16:creationId xmlns:a16="http://schemas.microsoft.com/office/drawing/2014/main" id="{2330F894-257E-6E10-7500-4C69D784910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b="4943"/>
          <a:stretch>
            <a:fillRect/>
          </a:stretch>
        </p:blipFill>
        <p:spPr>
          <a:xfrm>
            <a:off x="5088000" y="2349000"/>
            <a:ext cx="4743450" cy="4509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FEA9DC96-6FD0-A127-1365-B916C691EA02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bg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DEDF40D-160E-FCEA-4969-BB4118D61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808739"/>
            <a:ext cx="12191999" cy="3240521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defRPr sz="4800" b="1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96841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Cov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AF5B681-B2FA-4C27-F984-B9A13A3BE7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4" y="333375"/>
            <a:ext cx="6182468" cy="2519362"/>
          </a:xfrm>
          <a:prstGeom prst="rect">
            <a:avLst/>
          </a:prstGeom>
        </p:spPr>
        <p:txBody>
          <a:bodyPr anchor="b"/>
          <a:lstStyle>
            <a:lvl1pPr algn="l">
              <a:defRPr sz="4800" b="1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5A4FFB83-5290-6491-D40E-A10312EC32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5" y="3645024"/>
            <a:ext cx="4681136" cy="79248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765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TW" altLang="en-US"/>
              <a:t>按一下以編輯母片子標題樣式</a:t>
            </a:r>
            <a:endParaRPr lang="en-US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EFB046E2-7136-66AF-862D-297E21EFCC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0863" y="4581127"/>
            <a:ext cx="4681537" cy="288427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sz="1200" b="0"/>
            </a:lvl1pPr>
            <a:lvl2pPr marL="7937" indent="0">
              <a:buNone/>
              <a:defRPr/>
            </a:lvl2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grpSp>
        <p:nvGrpSpPr>
          <p:cNvPr id="7" name="Group 4">
            <a:extLst>
              <a:ext uri="{FF2B5EF4-FFF2-40B4-BE49-F238E27FC236}">
                <a16:creationId xmlns:a16="http://schemas.microsoft.com/office/drawing/2014/main" id="{8FE98439-2F6D-DAE8-0815-1D5056667C52}"/>
              </a:ext>
            </a:extLst>
          </p:cNvPr>
          <p:cNvGrpSpPr/>
          <p:nvPr userDrawn="1"/>
        </p:nvGrpSpPr>
        <p:grpSpPr>
          <a:xfrm>
            <a:off x="6737333" y="698369"/>
            <a:ext cx="4474935" cy="4874457"/>
            <a:chOff x="6737333" y="698369"/>
            <a:chExt cx="4474935" cy="4874457"/>
          </a:xfrm>
        </p:grpSpPr>
        <p:grpSp>
          <p:nvGrpSpPr>
            <p:cNvPr id="8" name="Graphic 4">
              <a:extLst>
                <a:ext uri="{FF2B5EF4-FFF2-40B4-BE49-F238E27FC236}">
                  <a16:creationId xmlns:a16="http://schemas.microsoft.com/office/drawing/2014/main" id="{86072C53-2E95-B09D-A487-BE75EFD48C74}"/>
                </a:ext>
              </a:extLst>
            </p:cNvPr>
            <p:cNvGrpSpPr/>
            <p:nvPr/>
          </p:nvGrpSpPr>
          <p:grpSpPr>
            <a:xfrm>
              <a:off x="7320136" y="1683190"/>
              <a:ext cx="3892132" cy="3889636"/>
              <a:chOff x="7325386" y="1673729"/>
              <a:chExt cx="3892132" cy="3889636"/>
            </a:xfrm>
            <a:gradFill flip="none" rotWithShape="1">
              <a:gsLst>
                <a:gs pos="0">
                  <a:schemeClr val="accent2"/>
                </a:gs>
                <a:gs pos="87000">
                  <a:srgbClr val="00C895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</p:grpSpPr>
          <p:sp>
            <p:nvSpPr>
              <p:cNvPr id="25" name="Freeform: Shape 10">
                <a:extLst>
                  <a:ext uri="{FF2B5EF4-FFF2-40B4-BE49-F238E27FC236}">
                    <a16:creationId xmlns:a16="http://schemas.microsoft.com/office/drawing/2014/main" id="{22C65CFA-D060-56D5-5320-C23DD91415B8}"/>
                  </a:ext>
                </a:extLst>
              </p:cNvPr>
              <p:cNvSpPr/>
              <p:nvPr/>
            </p:nvSpPr>
            <p:spPr>
              <a:xfrm>
                <a:off x="9228444" y="1673729"/>
                <a:ext cx="994537" cy="994537"/>
              </a:xfrm>
              <a:custGeom>
                <a:avLst/>
                <a:gdLst>
                  <a:gd name="connsiteX0" fmla="*/ 994538 w 994537"/>
                  <a:gd name="connsiteY0" fmla="*/ 497269 h 994537"/>
                  <a:gd name="connsiteX1" fmla="*/ 497269 w 994537"/>
                  <a:gd name="connsiteY1" fmla="*/ 994538 h 994537"/>
                  <a:gd name="connsiteX2" fmla="*/ 0 w 994537"/>
                  <a:gd name="connsiteY2" fmla="*/ 497269 h 994537"/>
                  <a:gd name="connsiteX3" fmla="*/ 497269 w 994537"/>
                  <a:gd name="connsiteY3" fmla="*/ 0 h 994537"/>
                  <a:gd name="connsiteX4" fmla="*/ 994538 w 994537"/>
                  <a:gd name="connsiteY4" fmla="*/ 497269 h 994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4537" h="994537">
                    <a:moveTo>
                      <a:pt x="994538" y="497269"/>
                    </a:moveTo>
                    <a:cubicBezTo>
                      <a:pt x="994538" y="771903"/>
                      <a:pt x="771903" y="994538"/>
                      <a:pt x="497269" y="994538"/>
                    </a:cubicBezTo>
                    <a:cubicBezTo>
                      <a:pt x="222635" y="994538"/>
                      <a:pt x="0" y="771903"/>
                      <a:pt x="0" y="497269"/>
                    </a:cubicBezTo>
                    <a:cubicBezTo>
                      <a:pt x="0" y="222635"/>
                      <a:pt x="222635" y="0"/>
                      <a:pt x="497269" y="0"/>
                    </a:cubicBezTo>
                    <a:cubicBezTo>
                      <a:pt x="771903" y="0"/>
                      <a:pt x="994538" y="222635"/>
                      <a:pt x="994538" y="497269"/>
                    </a:cubicBezTo>
                    <a:close/>
                  </a:path>
                </a:pathLst>
              </a:custGeom>
              <a:grpFill/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" name="Freeform: Shape 11">
                <a:extLst>
                  <a:ext uri="{FF2B5EF4-FFF2-40B4-BE49-F238E27FC236}">
                    <a16:creationId xmlns:a16="http://schemas.microsoft.com/office/drawing/2014/main" id="{9F83CCE5-118B-E46B-8087-87B537E20826}"/>
                  </a:ext>
                </a:extLst>
              </p:cNvPr>
              <p:cNvSpPr/>
              <p:nvPr/>
            </p:nvSpPr>
            <p:spPr>
              <a:xfrm>
                <a:off x="10222981" y="2668267"/>
                <a:ext cx="994537" cy="994537"/>
              </a:xfrm>
              <a:custGeom>
                <a:avLst/>
                <a:gdLst>
                  <a:gd name="connsiteX0" fmla="*/ 994538 w 994537"/>
                  <a:gd name="connsiteY0" fmla="*/ 497269 h 994537"/>
                  <a:gd name="connsiteX1" fmla="*/ 497269 w 994537"/>
                  <a:gd name="connsiteY1" fmla="*/ 994538 h 994537"/>
                  <a:gd name="connsiteX2" fmla="*/ 0 w 994537"/>
                  <a:gd name="connsiteY2" fmla="*/ 497269 h 994537"/>
                  <a:gd name="connsiteX3" fmla="*/ 497269 w 994537"/>
                  <a:gd name="connsiteY3" fmla="*/ 0 h 994537"/>
                  <a:gd name="connsiteX4" fmla="*/ 994538 w 994537"/>
                  <a:gd name="connsiteY4" fmla="*/ 497269 h 994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4537" h="994537">
                    <a:moveTo>
                      <a:pt x="994538" y="497269"/>
                    </a:moveTo>
                    <a:cubicBezTo>
                      <a:pt x="994538" y="771903"/>
                      <a:pt x="771903" y="994538"/>
                      <a:pt x="497269" y="994538"/>
                    </a:cubicBezTo>
                    <a:cubicBezTo>
                      <a:pt x="222635" y="994538"/>
                      <a:pt x="0" y="771903"/>
                      <a:pt x="0" y="497269"/>
                    </a:cubicBezTo>
                    <a:cubicBezTo>
                      <a:pt x="0" y="222635"/>
                      <a:pt x="222635" y="0"/>
                      <a:pt x="497269" y="0"/>
                    </a:cubicBezTo>
                    <a:cubicBezTo>
                      <a:pt x="771903" y="0"/>
                      <a:pt x="994538" y="222635"/>
                      <a:pt x="994538" y="497269"/>
                    </a:cubicBezTo>
                    <a:close/>
                  </a:path>
                </a:pathLst>
              </a:custGeom>
              <a:grpFill/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Freeform: Shape 12">
                <a:extLst>
                  <a:ext uri="{FF2B5EF4-FFF2-40B4-BE49-F238E27FC236}">
                    <a16:creationId xmlns:a16="http://schemas.microsoft.com/office/drawing/2014/main" id="{53F33BC9-62D8-7DEB-D160-5DD1E739780C}"/>
                  </a:ext>
                </a:extLst>
              </p:cNvPr>
              <p:cNvSpPr/>
              <p:nvPr/>
            </p:nvSpPr>
            <p:spPr>
              <a:xfrm>
                <a:off x="9228444" y="2668267"/>
                <a:ext cx="994537" cy="994537"/>
              </a:xfrm>
              <a:custGeom>
                <a:avLst/>
                <a:gdLst>
                  <a:gd name="connsiteX0" fmla="*/ 994538 w 994537"/>
                  <a:gd name="connsiteY0" fmla="*/ 497269 h 994537"/>
                  <a:gd name="connsiteX1" fmla="*/ 497269 w 994537"/>
                  <a:gd name="connsiteY1" fmla="*/ 994538 h 994537"/>
                  <a:gd name="connsiteX2" fmla="*/ 0 w 994537"/>
                  <a:gd name="connsiteY2" fmla="*/ 497269 h 994537"/>
                  <a:gd name="connsiteX3" fmla="*/ 497269 w 994537"/>
                  <a:gd name="connsiteY3" fmla="*/ 0 h 994537"/>
                  <a:gd name="connsiteX4" fmla="*/ 994538 w 994537"/>
                  <a:gd name="connsiteY4" fmla="*/ 497269 h 994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4537" h="994537">
                    <a:moveTo>
                      <a:pt x="994538" y="497269"/>
                    </a:moveTo>
                    <a:cubicBezTo>
                      <a:pt x="994538" y="771903"/>
                      <a:pt x="771903" y="994538"/>
                      <a:pt x="497269" y="994538"/>
                    </a:cubicBezTo>
                    <a:cubicBezTo>
                      <a:pt x="222635" y="994538"/>
                      <a:pt x="0" y="771903"/>
                      <a:pt x="0" y="497269"/>
                    </a:cubicBezTo>
                    <a:cubicBezTo>
                      <a:pt x="0" y="222635"/>
                      <a:pt x="222635" y="0"/>
                      <a:pt x="497269" y="0"/>
                    </a:cubicBezTo>
                    <a:cubicBezTo>
                      <a:pt x="771903" y="0"/>
                      <a:pt x="994538" y="222635"/>
                      <a:pt x="994538" y="497269"/>
                    </a:cubicBezTo>
                    <a:close/>
                  </a:path>
                </a:pathLst>
              </a:custGeom>
              <a:grpFill/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reeform: Shape 14">
                <a:extLst>
                  <a:ext uri="{FF2B5EF4-FFF2-40B4-BE49-F238E27FC236}">
                    <a16:creationId xmlns:a16="http://schemas.microsoft.com/office/drawing/2014/main" id="{11764DBA-B830-E5C7-296E-53CC53D21510}"/>
                  </a:ext>
                </a:extLst>
              </p:cNvPr>
              <p:cNvSpPr/>
              <p:nvPr/>
            </p:nvSpPr>
            <p:spPr>
              <a:xfrm>
                <a:off x="8319924" y="3574290"/>
                <a:ext cx="994537" cy="994537"/>
              </a:xfrm>
              <a:custGeom>
                <a:avLst/>
                <a:gdLst>
                  <a:gd name="connsiteX0" fmla="*/ 994538 w 994537"/>
                  <a:gd name="connsiteY0" fmla="*/ 497269 h 994537"/>
                  <a:gd name="connsiteX1" fmla="*/ 497269 w 994537"/>
                  <a:gd name="connsiteY1" fmla="*/ 994538 h 994537"/>
                  <a:gd name="connsiteX2" fmla="*/ 0 w 994537"/>
                  <a:gd name="connsiteY2" fmla="*/ 497269 h 994537"/>
                  <a:gd name="connsiteX3" fmla="*/ 497269 w 994537"/>
                  <a:gd name="connsiteY3" fmla="*/ 0 h 994537"/>
                  <a:gd name="connsiteX4" fmla="*/ 994538 w 994537"/>
                  <a:gd name="connsiteY4" fmla="*/ 497269 h 994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4537" h="994537">
                    <a:moveTo>
                      <a:pt x="994538" y="497269"/>
                    </a:moveTo>
                    <a:cubicBezTo>
                      <a:pt x="994538" y="771903"/>
                      <a:pt x="771903" y="994538"/>
                      <a:pt x="497269" y="994538"/>
                    </a:cubicBezTo>
                    <a:cubicBezTo>
                      <a:pt x="222635" y="994538"/>
                      <a:pt x="0" y="771903"/>
                      <a:pt x="0" y="497269"/>
                    </a:cubicBezTo>
                    <a:cubicBezTo>
                      <a:pt x="0" y="222635"/>
                      <a:pt x="222635" y="0"/>
                      <a:pt x="497269" y="0"/>
                    </a:cubicBezTo>
                    <a:cubicBezTo>
                      <a:pt x="771903" y="0"/>
                      <a:pt x="994538" y="222635"/>
                      <a:pt x="994538" y="497269"/>
                    </a:cubicBezTo>
                    <a:close/>
                  </a:path>
                </a:pathLst>
              </a:custGeom>
              <a:grpFill/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Freeform: Shape 16">
                <a:extLst>
                  <a:ext uri="{FF2B5EF4-FFF2-40B4-BE49-F238E27FC236}">
                    <a16:creationId xmlns:a16="http://schemas.microsoft.com/office/drawing/2014/main" id="{C1C7EF7F-5E43-BAD3-FED6-0D1F9F200AFB}"/>
                  </a:ext>
                </a:extLst>
              </p:cNvPr>
              <p:cNvSpPr/>
              <p:nvPr/>
            </p:nvSpPr>
            <p:spPr>
              <a:xfrm>
                <a:off x="8319924" y="4568828"/>
                <a:ext cx="994537" cy="994537"/>
              </a:xfrm>
              <a:custGeom>
                <a:avLst/>
                <a:gdLst>
                  <a:gd name="connsiteX0" fmla="*/ 994538 w 994537"/>
                  <a:gd name="connsiteY0" fmla="*/ 497269 h 994537"/>
                  <a:gd name="connsiteX1" fmla="*/ 497269 w 994537"/>
                  <a:gd name="connsiteY1" fmla="*/ 994538 h 994537"/>
                  <a:gd name="connsiteX2" fmla="*/ 0 w 994537"/>
                  <a:gd name="connsiteY2" fmla="*/ 497269 h 994537"/>
                  <a:gd name="connsiteX3" fmla="*/ 497269 w 994537"/>
                  <a:gd name="connsiteY3" fmla="*/ 0 h 994537"/>
                  <a:gd name="connsiteX4" fmla="*/ 994538 w 994537"/>
                  <a:gd name="connsiteY4" fmla="*/ 497269 h 994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4537" h="994537">
                    <a:moveTo>
                      <a:pt x="994538" y="497269"/>
                    </a:moveTo>
                    <a:cubicBezTo>
                      <a:pt x="994538" y="771903"/>
                      <a:pt x="771903" y="994538"/>
                      <a:pt x="497269" y="994538"/>
                    </a:cubicBezTo>
                    <a:cubicBezTo>
                      <a:pt x="222635" y="994538"/>
                      <a:pt x="0" y="771903"/>
                      <a:pt x="0" y="497269"/>
                    </a:cubicBezTo>
                    <a:cubicBezTo>
                      <a:pt x="0" y="222635"/>
                      <a:pt x="222635" y="0"/>
                      <a:pt x="497269" y="0"/>
                    </a:cubicBezTo>
                    <a:cubicBezTo>
                      <a:pt x="771903" y="0"/>
                      <a:pt x="994538" y="222635"/>
                      <a:pt x="994538" y="497269"/>
                    </a:cubicBezTo>
                    <a:close/>
                  </a:path>
                </a:pathLst>
              </a:custGeom>
              <a:grpFill/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: Shape 17">
                <a:extLst>
                  <a:ext uri="{FF2B5EF4-FFF2-40B4-BE49-F238E27FC236}">
                    <a16:creationId xmlns:a16="http://schemas.microsoft.com/office/drawing/2014/main" id="{25CB4C0C-2FB4-9879-9019-3C947E378725}"/>
                  </a:ext>
                </a:extLst>
              </p:cNvPr>
              <p:cNvSpPr/>
              <p:nvPr/>
            </p:nvSpPr>
            <p:spPr>
              <a:xfrm>
                <a:off x="9228444" y="3574290"/>
                <a:ext cx="1989075" cy="1989075"/>
              </a:xfrm>
              <a:custGeom>
                <a:avLst/>
                <a:gdLst>
                  <a:gd name="connsiteX0" fmla="*/ 1989075 w 1989075"/>
                  <a:gd name="connsiteY0" fmla="*/ 994538 h 1989075"/>
                  <a:gd name="connsiteX1" fmla="*/ 994537 w 1989075"/>
                  <a:gd name="connsiteY1" fmla="*/ 1989076 h 1989075"/>
                  <a:gd name="connsiteX2" fmla="*/ 0 w 1989075"/>
                  <a:gd name="connsiteY2" fmla="*/ 994538 h 1989075"/>
                  <a:gd name="connsiteX3" fmla="*/ 994537 w 1989075"/>
                  <a:gd name="connsiteY3" fmla="*/ 0 h 1989075"/>
                  <a:gd name="connsiteX4" fmla="*/ 1989075 w 1989075"/>
                  <a:gd name="connsiteY4" fmla="*/ 994538 h 19890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89075" h="1989075">
                    <a:moveTo>
                      <a:pt x="1989075" y="994538"/>
                    </a:moveTo>
                    <a:cubicBezTo>
                      <a:pt x="1989075" y="1543806"/>
                      <a:pt x="1543806" y="1989076"/>
                      <a:pt x="994537" y="1989076"/>
                    </a:cubicBezTo>
                    <a:cubicBezTo>
                      <a:pt x="445270" y="1989076"/>
                      <a:pt x="0" y="1543806"/>
                      <a:pt x="0" y="994538"/>
                    </a:cubicBezTo>
                    <a:cubicBezTo>
                      <a:pt x="0" y="445270"/>
                      <a:pt x="445270" y="0"/>
                      <a:pt x="994537" y="0"/>
                    </a:cubicBezTo>
                    <a:cubicBezTo>
                      <a:pt x="1543805" y="0"/>
                      <a:pt x="1989075" y="445270"/>
                      <a:pt x="1989075" y="994538"/>
                    </a:cubicBezTo>
                    <a:close/>
                  </a:path>
                </a:pathLst>
              </a:custGeom>
              <a:grpFill/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: Shape 18">
                <a:extLst>
                  <a:ext uri="{FF2B5EF4-FFF2-40B4-BE49-F238E27FC236}">
                    <a16:creationId xmlns:a16="http://schemas.microsoft.com/office/drawing/2014/main" id="{74599F88-A02C-DC69-9767-D82F0C31F5BC}"/>
                  </a:ext>
                </a:extLst>
              </p:cNvPr>
              <p:cNvSpPr/>
              <p:nvPr/>
            </p:nvSpPr>
            <p:spPr>
              <a:xfrm>
                <a:off x="7325386" y="1673729"/>
                <a:ext cx="1989075" cy="1989075"/>
              </a:xfrm>
              <a:custGeom>
                <a:avLst/>
                <a:gdLst>
                  <a:gd name="connsiteX0" fmla="*/ 1989075 w 1989075"/>
                  <a:gd name="connsiteY0" fmla="*/ 994538 h 1989075"/>
                  <a:gd name="connsiteX1" fmla="*/ 994538 w 1989075"/>
                  <a:gd name="connsiteY1" fmla="*/ 1989076 h 1989075"/>
                  <a:gd name="connsiteX2" fmla="*/ 0 w 1989075"/>
                  <a:gd name="connsiteY2" fmla="*/ 994538 h 1989075"/>
                  <a:gd name="connsiteX3" fmla="*/ 994538 w 1989075"/>
                  <a:gd name="connsiteY3" fmla="*/ 0 h 1989075"/>
                  <a:gd name="connsiteX4" fmla="*/ 1989075 w 1989075"/>
                  <a:gd name="connsiteY4" fmla="*/ 994538 h 19890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89075" h="1989075">
                    <a:moveTo>
                      <a:pt x="1989075" y="994538"/>
                    </a:moveTo>
                    <a:cubicBezTo>
                      <a:pt x="1989075" y="1543806"/>
                      <a:pt x="1543806" y="1989076"/>
                      <a:pt x="994538" y="1989076"/>
                    </a:cubicBezTo>
                    <a:cubicBezTo>
                      <a:pt x="445270" y="1989076"/>
                      <a:pt x="0" y="1543806"/>
                      <a:pt x="0" y="994538"/>
                    </a:cubicBezTo>
                    <a:cubicBezTo>
                      <a:pt x="0" y="445270"/>
                      <a:pt x="445270" y="0"/>
                      <a:pt x="994538" y="0"/>
                    </a:cubicBezTo>
                    <a:cubicBezTo>
                      <a:pt x="1543806" y="0"/>
                      <a:pt x="1989075" y="445270"/>
                      <a:pt x="1989075" y="994538"/>
                    </a:cubicBezTo>
                    <a:close/>
                  </a:path>
                </a:pathLst>
              </a:custGeom>
              <a:grpFill/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9" name="Graphic 4">
              <a:extLst>
                <a:ext uri="{FF2B5EF4-FFF2-40B4-BE49-F238E27FC236}">
                  <a16:creationId xmlns:a16="http://schemas.microsoft.com/office/drawing/2014/main" id="{156702E2-D433-5D6C-464D-4BE0B20E08D1}"/>
                </a:ext>
              </a:extLst>
            </p:cNvPr>
            <p:cNvGrpSpPr/>
            <p:nvPr/>
          </p:nvGrpSpPr>
          <p:grpSpPr>
            <a:xfrm>
              <a:off x="8800171" y="698369"/>
              <a:ext cx="2346990" cy="2346990"/>
              <a:chOff x="8800171" y="698369"/>
              <a:chExt cx="2346990" cy="2346990"/>
            </a:xfrm>
            <a:noFill/>
          </p:grpSpPr>
          <p:sp>
            <p:nvSpPr>
              <p:cNvPr id="18" name="Freeform: Shape 20">
                <a:extLst>
                  <a:ext uri="{FF2B5EF4-FFF2-40B4-BE49-F238E27FC236}">
                    <a16:creationId xmlns:a16="http://schemas.microsoft.com/office/drawing/2014/main" id="{FE6CBFB4-7B26-A074-1A82-C12752F5799B}"/>
                  </a:ext>
                </a:extLst>
              </p:cNvPr>
              <p:cNvSpPr/>
              <p:nvPr/>
            </p:nvSpPr>
            <p:spPr>
              <a:xfrm>
                <a:off x="9386975" y="698369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6 h 586690"/>
                  <a:gd name="connsiteX1" fmla="*/ 293345 w 586690"/>
                  <a:gd name="connsiteY1" fmla="*/ 586691 h 586690"/>
                  <a:gd name="connsiteX2" fmla="*/ 0 w 586690"/>
                  <a:gd name="connsiteY2" fmla="*/ 293346 h 586690"/>
                  <a:gd name="connsiteX3" fmla="*/ 293345 w 586690"/>
                  <a:gd name="connsiteY3" fmla="*/ 0 h 586690"/>
                  <a:gd name="connsiteX4" fmla="*/ 586691 w 586690"/>
                  <a:gd name="connsiteY4" fmla="*/ 293346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6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6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6"/>
                    </a:cubicBezTo>
                    <a:close/>
                  </a:path>
                </a:pathLst>
              </a:custGeom>
              <a:noFill/>
              <a:ln w="11334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Freeform: Shape 21">
                <a:extLst>
                  <a:ext uri="{FF2B5EF4-FFF2-40B4-BE49-F238E27FC236}">
                    <a16:creationId xmlns:a16="http://schemas.microsoft.com/office/drawing/2014/main" id="{F5C43A1F-78BD-DC0F-3C29-1D4D1C79394A}"/>
                  </a:ext>
                </a:extLst>
              </p:cNvPr>
              <p:cNvSpPr/>
              <p:nvPr/>
            </p:nvSpPr>
            <p:spPr>
              <a:xfrm>
                <a:off x="9386975" y="1285174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5 h 586690"/>
                  <a:gd name="connsiteX1" fmla="*/ 293345 w 586690"/>
                  <a:gd name="connsiteY1" fmla="*/ 586691 h 586690"/>
                  <a:gd name="connsiteX2" fmla="*/ 0 w 586690"/>
                  <a:gd name="connsiteY2" fmla="*/ 293345 h 586690"/>
                  <a:gd name="connsiteX3" fmla="*/ 293345 w 586690"/>
                  <a:gd name="connsiteY3" fmla="*/ 0 h 586690"/>
                  <a:gd name="connsiteX4" fmla="*/ 586691 w 586690"/>
                  <a:gd name="connsiteY4" fmla="*/ 293345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5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5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5"/>
                    </a:cubicBezTo>
                    <a:close/>
                  </a:path>
                </a:pathLst>
              </a:custGeom>
              <a:noFill/>
              <a:ln w="11334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" name="Freeform: Shape 22">
                <a:extLst>
                  <a:ext uri="{FF2B5EF4-FFF2-40B4-BE49-F238E27FC236}">
                    <a16:creationId xmlns:a16="http://schemas.microsoft.com/office/drawing/2014/main" id="{94E27D35-EAF2-C7D7-1618-139DE8DC8274}"/>
                  </a:ext>
                </a:extLst>
              </p:cNvPr>
              <p:cNvSpPr/>
              <p:nvPr/>
            </p:nvSpPr>
            <p:spPr>
              <a:xfrm>
                <a:off x="9973666" y="1285174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5 h 586690"/>
                  <a:gd name="connsiteX1" fmla="*/ 293346 w 586690"/>
                  <a:gd name="connsiteY1" fmla="*/ 586691 h 586690"/>
                  <a:gd name="connsiteX2" fmla="*/ 0 w 586690"/>
                  <a:gd name="connsiteY2" fmla="*/ 293345 h 586690"/>
                  <a:gd name="connsiteX3" fmla="*/ 293346 w 586690"/>
                  <a:gd name="connsiteY3" fmla="*/ 0 h 586690"/>
                  <a:gd name="connsiteX4" fmla="*/ 586691 w 586690"/>
                  <a:gd name="connsiteY4" fmla="*/ 293345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5"/>
                    </a:moveTo>
                    <a:cubicBezTo>
                      <a:pt x="586691" y="455356"/>
                      <a:pt x="455356" y="586691"/>
                      <a:pt x="293346" y="586691"/>
                    </a:cubicBezTo>
                    <a:cubicBezTo>
                      <a:pt x="131335" y="586691"/>
                      <a:pt x="0" y="455356"/>
                      <a:pt x="0" y="293345"/>
                    </a:cubicBezTo>
                    <a:cubicBezTo>
                      <a:pt x="0" y="131335"/>
                      <a:pt x="131335" y="0"/>
                      <a:pt x="293346" y="0"/>
                    </a:cubicBezTo>
                    <a:cubicBezTo>
                      <a:pt x="455356" y="0"/>
                      <a:pt x="586691" y="131335"/>
                      <a:pt x="586691" y="293345"/>
                    </a:cubicBezTo>
                    <a:close/>
                  </a:path>
                </a:pathLst>
              </a:custGeom>
              <a:noFill/>
              <a:ln w="11334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" name="Freeform: Shape 23">
                <a:extLst>
                  <a:ext uri="{FF2B5EF4-FFF2-40B4-BE49-F238E27FC236}">
                    <a16:creationId xmlns:a16="http://schemas.microsoft.com/office/drawing/2014/main" id="{6B37CC51-8FB7-31BB-874A-626EB1EE6A2D}"/>
                  </a:ext>
                </a:extLst>
              </p:cNvPr>
              <p:cNvSpPr/>
              <p:nvPr/>
            </p:nvSpPr>
            <p:spPr>
              <a:xfrm>
                <a:off x="10560470" y="1285174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5 h 586690"/>
                  <a:gd name="connsiteX1" fmla="*/ 293345 w 586690"/>
                  <a:gd name="connsiteY1" fmla="*/ 586691 h 586690"/>
                  <a:gd name="connsiteX2" fmla="*/ 0 w 586690"/>
                  <a:gd name="connsiteY2" fmla="*/ 293345 h 586690"/>
                  <a:gd name="connsiteX3" fmla="*/ 293345 w 586690"/>
                  <a:gd name="connsiteY3" fmla="*/ 0 h 586690"/>
                  <a:gd name="connsiteX4" fmla="*/ 586691 w 586690"/>
                  <a:gd name="connsiteY4" fmla="*/ 293345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5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5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5"/>
                    </a:cubicBezTo>
                    <a:close/>
                  </a:path>
                </a:pathLst>
              </a:custGeom>
              <a:noFill/>
              <a:ln w="11334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: Shape 24">
                <a:extLst>
                  <a:ext uri="{FF2B5EF4-FFF2-40B4-BE49-F238E27FC236}">
                    <a16:creationId xmlns:a16="http://schemas.microsoft.com/office/drawing/2014/main" id="{DB741376-B1FB-D194-7823-260D2362E34A}"/>
                  </a:ext>
                </a:extLst>
              </p:cNvPr>
              <p:cNvSpPr/>
              <p:nvPr/>
            </p:nvSpPr>
            <p:spPr>
              <a:xfrm>
                <a:off x="9386975" y="1871978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6 h 586690"/>
                  <a:gd name="connsiteX1" fmla="*/ 293345 w 586690"/>
                  <a:gd name="connsiteY1" fmla="*/ 586691 h 586690"/>
                  <a:gd name="connsiteX2" fmla="*/ 0 w 586690"/>
                  <a:gd name="connsiteY2" fmla="*/ 293346 h 586690"/>
                  <a:gd name="connsiteX3" fmla="*/ 293345 w 586690"/>
                  <a:gd name="connsiteY3" fmla="*/ 0 h 586690"/>
                  <a:gd name="connsiteX4" fmla="*/ 586691 w 586690"/>
                  <a:gd name="connsiteY4" fmla="*/ 293346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6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6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6"/>
                    </a:cubicBezTo>
                    <a:close/>
                  </a:path>
                </a:pathLst>
              </a:custGeom>
              <a:noFill/>
              <a:ln w="11334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" name="Freeform: Shape 25">
                <a:extLst>
                  <a:ext uri="{FF2B5EF4-FFF2-40B4-BE49-F238E27FC236}">
                    <a16:creationId xmlns:a16="http://schemas.microsoft.com/office/drawing/2014/main" id="{CFD6C456-8EEE-3035-175F-92A33FDB27A6}"/>
                  </a:ext>
                </a:extLst>
              </p:cNvPr>
              <p:cNvSpPr/>
              <p:nvPr/>
            </p:nvSpPr>
            <p:spPr>
              <a:xfrm>
                <a:off x="8800171" y="1871978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6 h 586690"/>
                  <a:gd name="connsiteX1" fmla="*/ 293345 w 586690"/>
                  <a:gd name="connsiteY1" fmla="*/ 586691 h 586690"/>
                  <a:gd name="connsiteX2" fmla="*/ 0 w 586690"/>
                  <a:gd name="connsiteY2" fmla="*/ 293346 h 586690"/>
                  <a:gd name="connsiteX3" fmla="*/ 293345 w 586690"/>
                  <a:gd name="connsiteY3" fmla="*/ 0 h 586690"/>
                  <a:gd name="connsiteX4" fmla="*/ 586691 w 586690"/>
                  <a:gd name="connsiteY4" fmla="*/ 293346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6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6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6"/>
                    </a:cubicBezTo>
                    <a:close/>
                  </a:path>
                </a:pathLst>
              </a:custGeom>
              <a:noFill/>
              <a:ln w="11334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" name="Freeform: Shape 26">
                <a:extLst>
                  <a:ext uri="{FF2B5EF4-FFF2-40B4-BE49-F238E27FC236}">
                    <a16:creationId xmlns:a16="http://schemas.microsoft.com/office/drawing/2014/main" id="{034DF94C-6664-3E26-B4E4-2CFE4DB1DBD4}"/>
                  </a:ext>
                </a:extLst>
              </p:cNvPr>
              <p:cNvSpPr/>
              <p:nvPr/>
            </p:nvSpPr>
            <p:spPr>
              <a:xfrm>
                <a:off x="9386975" y="2458669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6 h 586690"/>
                  <a:gd name="connsiteX1" fmla="*/ 293345 w 586690"/>
                  <a:gd name="connsiteY1" fmla="*/ 586691 h 586690"/>
                  <a:gd name="connsiteX2" fmla="*/ 0 w 586690"/>
                  <a:gd name="connsiteY2" fmla="*/ 293346 h 586690"/>
                  <a:gd name="connsiteX3" fmla="*/ 293345 w 586690"/>
                  <a:gd name="connsiteY3" fmla="*/ 0 h 586690"/>
                  <a:gd name="connsiteX4" fmla="*/ 586691 w 586690"/>
                  <a:gd name="connsiteY4" fmla="*/ 293346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6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6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6"/>
                    </a:cubicBezTo>
                    <a:close/>
                  </a:path>
                </a:pathLst>
              </a:custGeom>
              <a:noFill/>
              <a:ln w="11334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10" name="Graphic 4">
              <a:extLst>
                <a:ext uri="{FF2B5EF4-FFF2-40B4-BE49-F238E27FC236}">
                  <a16:creationId xmlns:a16="http://schemas.microsoft.com/office/drawing/2014/main" id="{A2B2827C-1863-E546-2A87-42755DA0F09E}"/>
                </a:ext>
              </a:extLst>
            </p:cNvPr>
            <p:cNvGrpSpPr/>
            <p:nvPr/>
          </p:nvGrpSpPr>
          <p:grpSpPr>
            <a:xfrm>
              <a:off x="6737333" y="3172458"/>
              <a:ext cx="1303316" cy="1303316"/>
              <a:chOff x="6737333" y="3172458"/>
              <a:chExt cx="1303316" cy="1303316"/>
            </a:xfrm>
            <a:noFill/>
          </p:grpSpPr>
          <p:sp>
            <p:nvSpPr>
              <p:cNvPr id="11" name="Freeform: Shape 28">
                <a:extLst>
                  <a:ext uri="{FF2B5EF4-FFF2-40B4-BE49-F238E27FC236}">
                    <a16:creationId xmlns:a16="http://schemas.microsoft.com/office/drawing/2014/main" id="{0D1E3265-4E49-BECB-FD0A-C98BD0BA1236}"/>
                  </a:ext>
                </a:extLst>
              </p:cNvPr>
              <p:cNvSpPr/>
              <p:nvPr/>
            </p:nvSpPr>
            <p:spPr>
              <a:xfrm>
                <a:off x="6737333" y="3498145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5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8"/>
                      <a:pt x="325914" y="162957"/>
                    </a:cubicBezTo>
                    <a:close/>
                  </a:path>
                </a:pathLst>
              </a:custGeom>
              <a:noFill/>
              <a:ln w="635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Freeform: Shape 29">
                <a:extLst>
                  <a:ext uri="{FF2B5EF4-FFF2-40B4-BE49-F238E27FC236}">
                    <a16:creationId xmlns:a16="http://schemas.microsoft.com/office/drawing/2014/main" id="{FE96E4DB-A59F-E497-10B1-E3D91D57DCCE}"/>
                  </a:ext>
                </a:extLst>
              </p:cNvPr>
              <p:cNvSpPr/>
              <p:nvPr/>
            </p:nvSpPr>
            <p:spPr>
              <a:xfrm>
                <a:off x="6737333" y="3824059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5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9"/>
                      <a:pt x="325914" y="162957"/>
                    </a:cubicBezTo>
                    <a:close/>
                  </a:path>
                </a:pathLst>
              </a:custGeom>
              <a:noFill/>
              <a:ln w="635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" name="Freeform: Shape 30">
                <a:extLst>
                  <a:ext uri="{FF2B5EF4-FFF2-40B4-BE49-F238E27FC236}">
                    <a16:creationId xmlns:a16="http://schemas.microsoft.com/office/drawing/2014/main" id="{2EF78A13-53BC-233B-888F-B59C5CA14E64}"/>
                  </a:ext>
                </a:extLst>
              </p:cNvPr>
              <p:cNvSpPr/>
              <p:nvPr/>
            </p:nvSpPr>
            <p:spPr>
              <a:xfrm>
                <a:off x="7714736" y="3824059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5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9"/>
                      <a:pt x="325914" y="162957"/>
                    </a:cubicBezTo>
                    <a:close/>
                  </a:path>
                </a:pathLst>
              </a:custGeom>
              <a:noFill/>
              <a:ln w="635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" name="Freeform: Shape 31">
                <a:extLst>
                  <a:ext uri="{FF2B5EF4-FFF2-40B4-BE49-F238E27FC236}">
                    <a16:creationId xmlns:a16="http://schemas.microsoft.com/office/drawing/2014/main" id="{8159DEDC-0F42-34C2-6646-ED76BFA358DA}"/>
                  </a:ext>
                </a:extLst>
              </p:cNvPr>
              <p:cNvSpPr/>
              <p:nvPr/>
            </p:nvSpPr>
            <p:spPr>
              <a:xfrm>
                <a:off x="7388935" y="3824059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5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9"/>
                      <a:pt x="325914" y="162957"/>
                    </a:cubicBezTo>
                    <a:close/>
                  </a:path>
                </a:pathLst>
              </a:custGeom>
              <a:noFill/>
              <a:ln w="635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Freeform: Shape 32">
                <a:extLst>
                  <a:ext uri="{FF2B5EF4-FFF2-40B4-BE49-F238E27FC236}">
                    <a16:creationId xmlns:a16="http://schemas.microsoft.com/office/drawing/2014/main" id="{03F8E8D5-5F2E-C3E8-E51E-4A171DD25519}"/>
                  </a:ext>
                </a:extLst>
              </p:cNvPr>
              <p:cNvSpPr/>
              <p:nvPr/>
            </p:nvSpPr>
            <p:spPr>
              <a:xfrm>
                <a:off x="7063134" y="3824059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5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9"/>
                      <a:pt x="325914" y="162957"/>
                    </a:cubicBezTo>
                    <a:close/>
                  </a:path>
                </a:pathLst>
              </a:custGeom>
              <a:noFill/>
              <a:ln w="635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Freeform: Shape 33">
                <a:extLst>
                  <a:ext uri="{FF2B5EF4-FFF2-40B4-BE49-F238E27FC236}">
                    <a16:creationId xmlns:a16="http://schemas.microsoft.com/office/drawing/2014/main" id="{05FEAEBD-A2BC-3FD8-D597-93628D2EC13A}"/>
                  </a:ext>
                </a:extLst>
              </p:cNvPr>
              <p:cNvSpPr/>
              <p:nvPr/>
            </p:nvSpPr>
            <p:spPr>
              <a:xfrm>
                <a:off x="7063134" y="4149860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6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9"/>
                      <a:pt x="325914" y="162957"/>
                    </a:cubicBezTo>
                    <a:close/>
                  </a:path>
                </a:pathLst>
              </a:custGeom>
              <a:noFill/>
              <a:ln w="635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" name="Freeform: Shape 34">
                <a:extLst>
                  <a:ext uri="{FF2B5EF4-FFF2-40B4-BE49-F238E27FC236}">
                    <a16:creationId xmlns:a16="http://schemas.microsoft.com/office/drawing/2014/main" id="{898FA4E5-5851-7139-3ABC-7F938FB3191F}"/>
                  </a:ext>
                </a:extLst>
              </p:cNvPr>
              <p:cNvSpPr/>
              <p:nvPr/>
            </p:nvSpPr>
            <p:spPr>
              <a:xfrm>
                <a:off x="7389048" y="3172458"/>
                <a:ext cx="651601" cy="651601"/>
              </a:xfrm>
              <a:custGeom>
                <a:avLst/>
                <a:gdLst>
                  <a:gd name="connsiteX0" fmla="*/ 651601 w 651601"/>
                  <a:gd name="connsiteY0" fmla="*/ 325801 h 651601"/>
                  <a:gd name="connsiteX1" fmla="*/ 325801 w 651601"/>
                  <a:gd name="connsiteY1" fmla="*/ 651602 h 651601"/>
                  <a:gd name="connsiteX2" fmla="*/ 0 w 651601"/>
                  <a:gd name="connsiteY2" fmla="*/ 325801 h 651601"/>
                  <a:gd name="connsiteX3" fmla="*/ 325801 w 651601"/>
                  <a:gd name="connsiteY3" fmla="*/ 0 h 651601"/>
                  <a:gd name="connsiteX4" fmla="*/ 651601 w 651601"/>
                  <a:gd name="connsiteY4" fmla="*/ 325801 h 6516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1601" h="651601">
                    <a:moveTo>
                      <a:pt x="651601" y="325801"/>
                    </a:moveTo>
                    <a:cubicBezTo>
                      <a:pt x="651601" y="505735"/>
                      <a:pt x="505735" y="651602"/>
                      <a:pt x="325801" y="651602"/>
                    </a:cubicBezTo>
                    <a:cubicBezTo>
                      <a:pt x="145866" y="651602"/>
                      <a:pt x="0" y="505735"/>
                      <a:pt x="0" y="325801"/>
                    </a:cubicBezTo>
                    <a:cubicBezTo>
                      <a:pt x="0" y="145866"/>
                      <a:pt x="145866" y="0"/>
                      <a:pt x="325801" y="0"/>
                    </a:cubicBezTo>
                    <a:cubicBezTo>
                      <a:pt x="505735" y="0"/>
                      <a:pt x="651601" y="145866"/>
                      <a:pt x="651601" y="325801"/>
                    </a:cubicBezTo>
                    <a:close/>
                  </a:path>
                </a:pathLst>
              </a:custGeom>
              <a:noFill/>
              <a:ln w="635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cxnSp>
        <p:nvCxnSpPr>
          <p:cNvPr id="32" name="Straight Connector 3">
            <a:extLst>
              <a:ext uri="{FF2B5EF4-FFF2-40B4-BE49-F238E27FC236}">
                <a16:creationId xmlns:a16="http://schemas.microsoft.com/office/drawing/2014/main" id="{2E64A966-26DA-6F94-7F62-D8288802B420}"/>
              </a:ext>
            </a:extLst>
          </p:cNvPr>
          <p:cNvCxnSpPr>
            <a:cxnSpLocks/>
          </p:cNvCxnSpPr>
          <p:nvPr userDrawn="1"/>
        </p:nvCxnSpPr>
        <p:spPr>
          <a:xfrm>
            <a:off x="0" y="3212976"/>
            <a:ext cx="3214688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527237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Cov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12B511E-AF60-7D2F-402C-1D022477DD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4" y="333375"/>
            <a:ext cx="5473700" cy="2519362"/>
          </a:xfrm>
          <a:prstGeom prst="rect">
            <a:avLst/>
          </a:prstGeom>
        </p:spPr>
        <p:txBody>
          <a:bodyPr anchor="b"/>
          <a:lstStyle>
            <a:lvl1pPr algn="l">
              <a:defRPr sz="4800" b="1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B32B0ACD-AC5A-8CF9-BACC-BDB51EC176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5" y="3645024"/>
            <a:ext cx="4681136" cy="79248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765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TW" altLang="en-US"/>
              <a:t>按一下以編輯母片子標題樣式</a:t>
            </a:r>
            <a:endParaRPr lang="en-US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B7062665-7D1E-9167-709A-D8696CDB0F2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0863" y="4581525"/>
            <a:ext cx="4681537" cy="288025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sz="1200" b="0"/>
            </a:lvl1pPr>
            <a:lvl2pPr marL="7937" indent="0">
              <a:buNone/>
              <a:defRPr/>
            </a:lvl2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CAAEADD5-2A01-B41A-166F-CA88B45EA00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67438" y="-1"/>
            <a:ext cx="6024562" cy="6857989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1AB648-2AF3-874C-40EA-17F0022B4E3B}"/>
              </a:ext>
            </a:extLst>
          </p:cNvPr>
          <p:cNvCxnSpPr>
            <a:cxnSpLocks/>
          </p:cNvCxnSpPr>
          <p:nvPr userDrawn="1"/>
        </p:nvCxnSpPr>
        <p:spPr>
          <a:xfrm>
            <a:off x="0" y="3212976"/>
            <a:ext cx="3214688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131919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12B511E-AF60-7D2F-402C-1D022477DD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4" y="333375"/>
            <a:ext cx="5473700" cy="2519362"/>
          </a:xfrm>
          <a:prstGeom prst="rect">
            <a:avLst/>
          </a:prstGeom>
        </p:spPr>
        <p:txBody>
          <a:bodyPr anchor="b"/>
          <a:lstStyle>
            <a:lvl1pPr algn="l">
              <a:defRPr sz="4800" b="1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B32B0ACD-AC5A-8CF9-BACC-BDB51EC176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5" y="3645024"/>
            <a:ext cx="4681136" cy="79248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765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TW" altLang="en-US"/>
              <a:t>按一下以編輯母片子標題樣式</a:t>
            </a:r>
            <a:endParaRPr lang="en-US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B7062665-7D1E-9167-709A-D8696CDB0F2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0863" y="4581525"/>
            <a:ext cx="4681537" cy="288025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sz="1200" b="0"/>
            </a:lvl1pPr>
            <a:lvl2pPr marL="7937" indent="0">
              <a:buNone/>
              <a:defRPr/>
            </a:lvl2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1AB648-2AF3-874C-40EA-17F0022B4E3B}"/>
              </a:ext>
            </a:extLst>
          </p:cNvPr>
          <p:cNvCxnSpPr>
            <a:cxnSpLocks/>
          </p:cNvCxnSpPr>
          <p:nvPr userDrawn="1"/>
        </p:nvCxnSpPr>
        <p:spPr>
          <a:xfrm>
            <a:off x="0" y="3212976"/>
            <a:ext cx="3214688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75DA18D-0E9F-0290-4BC6-37E9DB25FEE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83338" y="333374"/>
            <a:ext cx="5473700" cy="5543891"/>
          </a:xfrm>
          <a:prstGeom prst="rect">
            <a:avLst/>
          </a:prstGeom>
        </p:spPr>
        <p:txBody>
          <a:bodyPr lIns="144000" tIns="72000" rIns="144000" bIns="72000" anchor="ctr"/>
          <a:lstStyle>
            <a:lvl1pPr>
              <a:lnSpc>
                <a:spcPct val="100000"/>
              </a:lnSpc>
              <a:buClr>
                <a:schemeClr val="accent1"/>
              </a:buClr>
              <a:buSzPct val="120000"/>
              <a:defRPr/>
            </a:lvl1pPr>
            <a:lvl2pPr>
              <a:lnSpc>
                <a:spcPct val="100000"/>
              </a:lnSpc>
              <a:buClr>
                <a:schemeClr val="accent1"/>
              </a:buClr>
              <a:buSzPct val="120000"/>
              <a:defRPr/>
            </a:lvl2pPr>
            <a:lvl3pPr>
              <a:lnSpc>
                <a:spcPct val="100000"/>
              </a:lnSpc>
              <a:buClr>
                <a:schemeClr val="accent1"/>
              </a:buClr>
              <a:buSzPct val="120000"/>
              <a:defRPr/>
            </a:lvl3pPr>
            <a:lvl4pPr>
              <a:lnSpc>
                <a:spcPct val="100000"/>
              </a:lnSpc>
              <a:buClr>
                <a:schemeClr val="accent1"/>
              </a:buClr>
              <a:buSzPct val="120000"/>
              <a:defRPr/>
            </a:lvl4pPr>
            <a:lvl5pPr>
              <a:lnSpc>
                <a:spcPct val="100000"/>
              </a:lnSpc>
              <a:buClr>
                <a:schemeClr val="accent1"/>
              </a:buClr>
              <a:buSzPct val="120000"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87662481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DEDF40D-160E-FCEA-4969-BB4118D61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6168" y="1341001"/>
            <a:ext cx="5943600" cy="3240521"/>
          </a:xfrm>
          <a:prstGeom prst="rect">
            <a:avLst/>
          </a:prstGeom>
        </p:spPr>
        <p:txBody>
          <a:bodyPr anchor="ctr"/>
          <a:lstStyle>
            <a:lvl1pPr>
              <a:defRPr sz="4800" b="1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pic>
        <p:nvPicPr>
          <p:cNvPr id="5" name="Graphic 8">
            <a:extLst>
              <a:ext uri="{FF2B5EF4-FFF2-40B4-BE49-F238E27FC236}">
                <a16:creationId xmlns:a16="http://schemas.microsoft.com/office/drawing/2014/main" id="{21845408-4483-A8D2-0412-A0D31FB6E60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3071"/>
          <a:stretch>
            <a:fillRect/>
          </a:stretch>
        </p:blipFill>
        <p:spPr>
          <a:xfrm>
            <a:off x="8276208" y="1041276"/>
            <a:ext cx="3915791" cy="3951586"/>
          </a:xfrm>
          <a:prstGeom prst="rect">
            <a:avLst/>
          </a:prstGeom>
        </p:spPr>
      </p:pic>
      <p:pic>
        <p:nvPicPr>
          <p:cNvPr id="6" name="Graphic 14">
            <a:extLst>
              <a:ext uri="{FF2B5EF4-FFF2-40B4-BE49-F238E27FC236}">
                <a16:creationId xmlns:a16="http://schemas.microsoft.com/office/drawing/2014/main" id="{6E51922A-ADC2-36E9-3DD2-1F99B383451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6865"/>
          <a:stretch>
            <a:fillRect/>
          </a:stretch>
        </p:blipFill>
        <p:spPr>
          <a:xfrm rot="16200000">
            <a:off x="10073939" y="126515"/>
            <a:ext cx="1348410" cy="1095375"/>
          </a:xfrm>
          <a:prstGeom prst="rect">
            <a:avLst/>
          </a:prstGeom>
        </p:spPr>
      </p:pic>
      <p:pic>
        <p:nvPicPr>
          <p:cNvPr id="7" name="Graphic 11">
            <a:extLst>
              <a:ext uri="{FF2B5EF4-FFF2-40B4-BE49-F238E27FC236}">
                <a16:creationId xmlns:a16="http://schemas.microsoft.com/office/drawing/2014/main" id="{2330F894-257E-6E10-7500-4C69D784910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b="4943"/>
          <a:stretch>
            <a:fillRect/>
          </a:stretch>
        </p:blipFill>
        <p:spPr>
          <a:xfrm>
            <a:off x="5088000" y="2349000"/>
            <a:ext cx="4743450" cy="450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5561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Divider Faded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8">
            <a:extLst>
              <a:ext uri="{FF2B5EF4-FFF2-40B4-BE49-F238E27FC236}">
                <a16:creationId xmlns:a16="http://schemas.microsoft.com/office/drawing/2014/main" id="{21845408-4483-A8D2-0412-A0D31FB6E60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3071"/>
          <a:stretch>
            <a:fillRect/>
          </a:stretch>
        </p:blipFill>
        <p:spPr>
          <a:xfrm>
            <a:off x="8276208" y="1041276"/>
            <a:ext cx="3915791" cy="3951586"/>
          </a:xfrm>
          <a:prstGeom prst="rect">
            <a:avLst/>
          </a:prstGeom>
        </p:spPr>
      </p:pic>
      <p:pic>
        <p:nvPicPr>
          <p:cNvPr id="6" name="Graphic 14">
            <a:extLst>
              <a:ext uri="{FF2B5EF4-FFF2-40B4-BE49-F238E27FC236}">
                <a16:creationId xmlns:a16="http://schemas.microsoft.com/office/drawing/2014/main" id="{6E51922A-ADC2-36E9-3DD2-1F99B383451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6865"/>
          <a:stretch>
            <a:fillRect/>
          </a:stretch>
        </p:blipFill>
        <p:spPr>
          <a:xfrm rot="16200000">
            <a:off x="10073939" y="126515"/>
            <a:ext cx="1348410" cy="1095375"/>
          </a:xfrm>
          <a:prstGeom prst="rect">
            <a:avLst/>
          </a:prstGeom>
        </p:spPr>
      </p:pic>
      <p:pic>
        <p:nvPicPr>
          <p:cNvPr id="7" name="Graphic 11">
            <a:extLst>
              <a:ext uri="{FF2B5EF4-FFF2-40B4-BE49-F238E27FC236}">
                <a16:creationId xmlns:a16="http://schemas.microsoft.com/office/drawing/2014/main" id="{2330F894-257E-6E10-7500-4C69D784910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b="4943"/>
          <a:stretch>
            <a:fillRect/>
          </a:stretch>
        </p:blipFill>
        <p:spPr>
          <a:xfrm>
            <a:off x="5088000" y="2349000"/>
            <a:ext cx="4743450" cy="4509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FEA9DC96-6FD0-A127-1365-B916C691EA02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bg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DEDF40D-160E-FCEA-4969-BB4118D61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808739"/>
            <a:ext cx="12191999" cy="3240521"/>
          </a:xfrm>
          <a:prstGeom prst="rect">
            <a:avLst/>
          </a:prstGeom>
        </p:spPr>
        <p:txBody>
          <a:bodyPr anchor="ctr"/>
          <a:lstStyle>
            <a:lvl1pPr algn="ctr">
              <a:defRPr sz="4800" b="1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451940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Key Top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129B36F1-57EE-73FF-8EE9-6D22F656E4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9D0BDF-8BE7-4C3F-9009-83FAF1F2140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DE66F312-A1E2-A31B-75F3-A8F04EE34C9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9336" y="548680"/>
            <a:ext cx="11953328" cy="561662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>
                <a:latin typeface="+mj-ea"/>
                <a:ea typeface="+mj-ea"/>
              </a:defRPr>
            </a:lvl1pPr>
            <a:lvl2pPr marL="457200" indent="0" algn="ctr">
              <a:buNone/>
              <a:defRPr>
                <a:latin typeface="+mj-ea"/>
                <a:ea typeface="+mj-ea"/>
              </a:defRPr>
            </a:lvl2pPr>
            <a:lvl3pPr marL="914400" indent="0" algn="ctr">
              <a:buNone/>
              <a:defRPr>
                <a:latin typeface="+mj-ea"/>
                <a:ea typeface="+mj-ea"/>
              </a:defRPr>
            </a:lvl3pPr>
            <a:lvl4pPr marL="1371600" indent="0" algn="ctr">
              <a:buNone/>
              <a:defRPr>
                <a:latin typeface="+mj-ea"/>
                <a:ea typeface="+mj-ea"/>
              </a:defRPr>
            </a:lvl4pPr>
            <a:lvl5pPr marL="1828800" indent="0" algn="ctr">
              <a:buNone/>
              <a:defRPr>
                <a:latin typeface="+mj-ea"/>
                <a:ea typeface="+mj-ea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41339115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hysical Logo w/ Loca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6092E154-3BA8-B238-033A-EA645551757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6000"/>
          </a:blip>
          <a:stretch>
            <a:fillRect/>
          </a:stretch>
        </p:blipFill>
        <p:spPr>
          <a:xfrm>
            <a:off x="695325" y="58921"/>
            <a:ext cx="10801349" cy="651189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E8A0CCCC-BEBB-07F9-B24E-152D78F246CD}"/>
              </a:ext>
            </a:extLst>
          </p:cNvPr>
          <p:cNvSpPr/>
          <p:nvPr userDrawn="1"/>
        </p:nvSpPr>
        <p:spPr>
          <a:xfrm>
            <a:off x="1556971" y="1822755"/>
            <a:ext cx="9078058" cy="2737706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91228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White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AA3BD555-09EA-CC8E-B7D5-5670702A7B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9D0BDF-8BE7-4C3F-9009-83FAF1F2140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3AB54B-4C81-8DE9-D35D-F5DD94929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32712"/>
            <a:ext cx="9864616" cy="50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2163506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AA3BD555-09EA-CC8E-B7D5-5670702A7B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9D0BDF-8BE7-4C3F-9009-83FAF1F2140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3AB54B-4C81-8DE9-D35D-F5DD94929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32712"/>
            <a:ext cx="9864616" cy="50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1737395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EB47D27B-7870-7A30-1FB3-271925352F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9D0BDF-8BE7-4C3F-9009-83FAF1F2140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028E27FD-D67B-A181-8C49-D6C0637FEA0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51384" y="1341438"/>
            <a:ext cx="11088000" cy="4895850"/>
          </a:xfrm>
          <a:prstGeom prst="rect">
            <a:avLst/>
          </a:prstGeom>
        </p:spPr>
        <p:txBody>
          <a:bodyPr>
            <a:noAutofit/>
          </a:bodyPr>
          <a:lstStyle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BAF449-9964-900D-3337-E4ED53A00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32712"/>
            <a:ext cx="9864616" cy="50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49132736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EB47D27B-7870-7A30-1FB3-271925352F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9D0BDF-8BE7-4C3F-9009-83FAF1F2140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71A69576-E759-9E60-FB8B-7EAA6CAB199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51384" y="1342118"/>
            <a:ext cx="5473179" cy="4895169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D5A5EC18-08C2-07A3-2B01-C841E0C1359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68008" y="1341439"/>
            <a:ext cx="5472000" cy="4895626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EA98E46-B71E-FA43-0A78-8889981A3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32712"/>
            <a:ext cx="9864616" cy="50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3186771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EB47D27B-7870-7A30-1FB3-271925352F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9D0BDF-8BE7-4C3F-9009-83FAF1F2140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F931D4C7-9CDD-30F2-40C1-32F9D7740A9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50863" y="1341438"/>
            <a:ext cx="3600450" cy="489585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1E15D84B-DCC1-1898-4130-BA5FD63B76E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5775" y="1341438"/>
            <a:ext cx="3600450" cy="489585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Content Placeholder 9">
            <a:extLst>
              <a:ext uri="{FF2B5EF4-FFF2-40B4-BE49-F238E27FC236}">
                <a16:creationId xmlns:a16="http://schemas.microsoft.com/office/drawing/2014/main" id="{46F78847-B3C4-8FE0-A2F7-DDAC1BE0A54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40688" y="1341438"/>
            <a:ext cx="3600450" cy="489585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9AF05F-8922-168D-A48A-13AE4087B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32712"/>
            <a:ext cx="9864616" cy="50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9945622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EB47D27B-7870-7A30-1FB3-271925352F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9D0BDF-8BE7-4C3F-9009-83FAF1F2140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08FCBDAC-B47E-9471-7C0B-B4EB50BB1F2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50863" y="1341438"/>
            <a:ext cx="2663825" cy="489585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CEA454AD-C38E-AB33-EBD6-E144DF802A9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60000" y="1341438"/>
            <a:ext cx="2663825" cy="489585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99CCE640-8E63-E777-ECCE-9ABBADE87E0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8177" y="1341438"/>
            <a:ext cx="2663825" cy="489585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Content Placeholder 9">
            <a:extLst>
              <a:ext uri="{FF2B5EF4-FFF2-40B4-BE49-F238E27FC236}">
                <a16:creationId xmlns:a16="http://schemas.microsoft.com/office/drawing/2014/main" id="{20A9E91D-6BF1-2E08-644B-5D6FCCACB4B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976000" y="1341000"/>
            <a:ext cx="2663825" cy="489585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66B8805-8C72-9E9B-E86C-2C83D79FE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32712"/>
            <a:ext cx="9864616" cy="50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30379836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2-image 2-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EB47D27B-7870-7A30-1FB3-271925352F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9D0BDF-8BE7-4C3F-9009-83FAF1F2140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8">
            <a:extLst>
              <a:ext uri="{FF2B5EF4-FFF2-40B4-BE49-F238E27FC236}">
                <a16:creationId xmlns:a16="http://schemas.microsoft.com/office/drawing/2014/main" id="{B6C9FEAB-6CEB-D332-D68A-03E5B9AFB652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551992" y="1341116"/>
            <a:ext cx="5472571" cy="2304132"/>
          </a:xfrm>
          <a:prstGeom prst="rect">
            <a:avLst/>
          </a:prstGeom>
          <a:pattFill prst="wdUpDiag">
            <a:fgClr>
              <a:schemeClr val="bg1"/>
            </a:fgClr>
            <a:bgClr>
              <a:schemeClr val="bg1">
                <a:lumMod val="95000"/>
              </a:schemeClr>
            </a:bgClr>
          </a:pattFill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186A7C2C-73E9-A173-7C1C-2BA785B2EEA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68008" y="1340769"/>
            <a:ext cx="5470854" cy="2304132"/>
          </a:xfrm>
          <a:prstGeom prst="rect">
            <a:avLst/>
          </a:prstGeom>
          <a:pattFill prst="wdUpDiag">
            <a:fgClr>
              <a:schemeClr val="bg1"/>
            </a:fgClr>
            <a:bgClr>
              <a:schemeClr val="bg1">
                <a:lumMod val="95000"/>
              </a:schemeClr>
            </a:bgClr>
          </a:pattFill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6" name="Content Placeholder 12">
            <a:extLst>
              <a:ext uri="{FF2B5EF4-FFF2-40B4-BE49-F238E27FC236}">
                <a16:creationId xmlns:a16="http://schemas.microsoft.com/office/drawing/2014/main" id="{E751277B-2BDE-E8AA-E8D7-0ABB56B8CBD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1992" y="3789040"/>
            <a:ext cx="5472571" cy="24482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Content Placeholder 12">
            <a:extLst>
              <a:ext uri="{FF2B5EF4-FFF2-40B4-BE49-F238E27FC236}">
                <a16:creationId xmlns:a16="http://schemas.microsoft.com/office/drawing/2014/main" id="{A9B3A9AC-1CD6-4F9A-E2DB-24E897AC4FC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68008" y="3789040"/>
            <a:ext cx="5470854" cy="24482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9C54878-2E77-79DD-7D8B-33B66A275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32712"/>
            <a:ext cx="9864616" cy="50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9872526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3-image 3-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EB47D27B-7870-7A30-1FB3-271925352F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9D0BDF-8BE7-4C3F-9009-83FAF1F2140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8">
            <a:extLst>
              <a:ext uri="{FF2B5EF4-FFF2-40B4-BE49-F238E27FC236}">
                <a16:creationId xmlns:a16="http://schemas.microsoft.com/office/drawing/2014/main" id="{7A277678-2C34-DFDE-C2E8-B12361BF2218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551992" y="1341463"/>
            <a:ext cx="3599321" cy="2303784"/>
          </a:xfrm>
          <a:prstGeom prst="rect">
            <a:avLst/>
          </a:prstGeom>
          <a:pattFill prst="wdUpDiag">
            <a:fgClr>
              <a:schemeClr val="bg1"/>
            </a:fgClr>
            <a:bgClr>
              <a:schemeClr val="bg1">
                <a:lumMod val="95000"/>
              </a:schemeClr>
            </a:bgClr>
          </a:pattFill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103F1A7D-4ACD-D21D-839D-4CE85E13A9B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5800" y="1341116"/>
            <a:ext cx="3599321" cy="2303784"/>
          </a:xfrm>
          <a:prstGeom prst="rect">
            <a:avLst/>
          </a:prstGeom>
          <a:pattFill prst="wdUpDiag">
            <a:fgClr>
              <a:schemeClr val="bg1"/>
            </a:fgClr>
            <a:bgClr>
              <a:schemeClr val="bg1">
                <a:lumMod val="95000"/>
              </a:schemeClr>
            </a:bgClr>
          </a:pattFill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6" name="Content Placeholder 12">
            <a:extLst>
              <a:ext uri="{FF2B5EF4-FFF2-40B4-BE49-F238E27FC236}">
                <a16:creationId xmlns:a16="http://schemas.microsoft.com/office/drawing/2014/main" id="{312995B7-95EF-8A5A-E383-7B80F7D7EC8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1992" y="3789040"/>
            <a:ext cx="3599321" cy="2447925"/>
          </a:xfrm>
          <a:prstGeom prst="rect">
            <a:avLst/>
          </a:prstGeom>
        </p:spPr>
        <p:txBody>
          <a:bodyPr/>
          <a:lstStyle>
            <a:lvl2pPr>
              <a:defRPr sz="1600"/>
            </a:lvl2pPr>
            <a:lvl3pPr>
              <a:defRPr sz="1200"/>
            </a:lvl3pPr>
          </a:lstStyle>
          <a:p>
            <a:pPr lvl="0"/>
            <a:r>
              <a:rPr lang="en-US" dirty="0"/>
              <a:t>Click to edit Master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Content Placeholder 12">
            <a:extLst>
              <a:ext uri="{FF2B5EF4-FFF2-40B4-BE49-F238E27FC236}">
                <a16:creationId xmlns:a16="http://schemas.microsoft.com/office/drawing/2014/main" id="{81EFC976-6ABD-A0E0-1A8F-66491BB16B0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295800" y="3789040"/>
            <a:ext cx="3599321" cy="2447925"/>
          </a:xfrm>
          <a:prstGeom prst="rect">
            <a:avLst/>
          </a:prstGeom>
        </p:spPr>
        <p:txBody>
          <a:bodyPr/>
          <a:lstStyle>
            <a:lvl2pPr>
              <a:defRPr sz="1600"/>
            </a:lvl2pPr>
            <a:lvl3pPr>
              <a:defRPr sz="1200"/>
            </a:lvl3pPr>
          </a:lstStyle>
          <a:p>
            <a:pPr lvl="0"/>
            <a:r>
              <a:rPr lang="en-US" dirty="0"/>
              <a:t>Click to edit Master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8C7F6E3F-C4E9-562C-B900-6D64C424FC3D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040216" y="1341116"/>
            <a:ext cx="3599321" cy="2303784"/>
          </a:xfrm>
          <a:prstGeom prst="rect">
            <a:avLst/>
          </a:prstGeom>
          <a:pattFill prst="wdUpDiag">
            <a:fgClr>
              <a:schemeClr val="bg1"/>
            </a:fgClr>
            <a:bgClr>
              <a:schemeClr val="bg1">
                <a:lumMod val="95000"/>
              </a:schemeClr>
            </a:bgClr>
          </a:pattFill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716BA21A-6B10-1F87-D21C-2B08CE63EA6B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040216" y="3789040"/>
            <a:ext cx="3599321" cy="2447925"/>
          </a:xfrm>
          <a:prstGeom prst="rect">
            <a:avLst/>
          </a:prstGeom>
        </p:spPr>
        <p:txBody>
          <a:bodyPr/>
          <a:lstStyle>
            <a:lvl2pPr>
              <a:defRPr sz="1600"/>
            </a:lvl2pPr>
            <a:lvl3pPr>
              <a:defRPr sz="1200"/>
            </a:lvl3pPr>
          </a:lstStyle>
          <a:p>
            <a:pPr lvl="0"/>
            <a:r>
              <a:rPr lang="en-US" dirty="0"/>
              <a:t>Click to edit Master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7089D98-9012-E173-889F-AF48895AF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32712"/>
            <a:ext cx="9864616" cy="50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508579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4-image 4-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AA3BD555-09EA-CC8E-B7D5-5670702A7B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9D0BDF-8BE7-4C3F-9009-83FAF1F2140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8">
            <a:extLst>
              <a:ext uri="{FF2B5EF4-FFF2-40B4-BE49-F238E27FC236}">
                <a16:creationId xmlns:a16="http://schemas.microsoft.com/office/drawing/2014/main" id="{46967C78-2846-79C2-5A87-20042C98909F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551993" y="1341439"/>
            <a:ext cx="2662696" cy="2303585"/>
          </a:xfrm>
          <a:prstGeom prst="rect">
            <a:avLst/>
          </a:prstGeom>
          <a:pattFill prst="wdUpDiag">
            <a:fgClr>
              <a:schemeClr val="bg1"/>
            </a:fgClr>
            <a:bgClr>
              <a:schemeClr val="bg1">
                <a:lumMod val="95000"/>
              </a:schemeClr>
            </a:bgClr>
          </a:pattFill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4" name="Content Placeholder 12">
            <a:extLst>
              <a:ext uri="{FF2B5EF4-FFF2-40B4-BE49-F238E27FC236}">
                <a16:creationId xmlns:a16="http://schemas.microsoft.com/office/drawing/2014/main" id="{A538D7C6-CCA5-5312-8DE0-585C228581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1993" y="3789040"/>
            <a:ext cx="2662696" cy="2447925"/>
          </a:xfrm>
          <a:prstGeom prst="rect">
            <a:avLst/>
          </a:prstGeom>
        </p:spPr>
        <p:txBody>
          <a:bodyPr/>
          <a:lstStyle>
            <a:lvl2pPr>
              <a:defRPr sz="1600"/>
            </a:lvl2pPr>
            <a:lvl3pPr>
              <a:defRPr sz="1200"/>
            </a:lvl3pPr>
          </a:lstStyle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5B1420AA-9B77-992A-060B-2ED756FAE0C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359696" y="1341439"/>
            <a:ext cx="2662696" cy="2303585"/>
          </a:xfrm>
          <a:prstGeom prst="rect">
            <a:avLst/>
          </a:prstGeom>
          <a:pattFill prst="wdUpDiag">
            <a:fgClr>
              <a:schemeClr val="bg1"/>
            </a:fgClr>
            <a:bgClr>
              <a:schemeClr val="bg1">
                <a:lumMod val="95000"/>
              </a:schemeClr>
            </a:bgClr>
          </a:pattFill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6" name="Content Placeholder 12">
            <a:extLst>
              <a:ext uri="{FF2B5EF4-FFF2-40B4-BE49-F238E27FC236}">
                <a16:creationId xmlns:a16="http://schemas.microsoft.com/office/drawing/2014/main" id="{9DC6DBE7-0362-1B8D-B55A-D12366128FE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359696" y="3789040"/>
            <a:ext cx="2662696" cy="2447925"/>
          </a:xfrm>
          <a:prstGeom prst="rect">
            <a:avLst/>
          </a:prstGeom>
        </p:spPr>
        <p:txBody>
          <a:bodyPr/>
          <a:lstStyle>
            <a:lvl2pPr>
              <a:defRPr sz="1600"/>
            </a:lvl2pPr>
            <a:lvl3pPr>
              <a:defRPr sz="1200"/>
            </a:lvl3pPr>
          </a:lstStyle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Content Placeholder 8">
            <a:extLst>
              <a:ext uri="{FF2B5EF4-FFF2-40B4-BE49-F238E27FC236}">
                <a16:creationId xmlns:a16="http://schemas.microsoft.com/office/drawing/2014/main" id="{AC6D7779-0A04-433A-AADD-F673DA83603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168008" y="1341439"/>
            <a:ext cx="2662696" cy="2303585"/>
          </a:xfrm>
          <a:prstGeom prst="rect">
            <a:avLst/>
          </a:prstGeom>
          <a:pattFill prst="wdUpDiag">
            <a:fgClr>
              <a:schemeClr val="bg1"/>
            </a:fgClr>
            <a:bgClr>
              <a:schemeClr val="bg1">
                <a:lumMod val="95000"/>
              </a:schemeClr>
            </a:bgClr>
          </a:pattFill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8" name="Content Placeholder 12">
            <a:extLst>
              <a:ext uri="{FF2B5EF4-FFF2-40B4-BE49-F238E27FC236}">
                <a16:creationId xmlns:a16="http://schemas.microsoft.com/office/drawing/2014/main" id="{E0178DD7-BF16-5BF9-E918-F09C9530303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168008" y="3789040"/>
            <a:ext cx="2662696" cy="2447925"/>
          </a:xfrm>
          <a:prstGeom prst="rect">
            <a:avLst/>
          </a:prstGeom>
        </p:spPr>
        <p:txBody>
          <a:bodyPr/>
          <a:lstStyle>
            <a:lvl2pPr>
              <a:defRPr sz="1600"/>
            </a:lvl2pPr>
            <a:lvl3pPr>
              <a:defRPr sz="1200"/>
            </a:lvl3pPr>
          </a:lstStyle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353FA8C-4F39-8E1A-B276-29CBAAB9E300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8976320" y="1341439"/>
            <a:ext cx="2662696" cy="2303585"/>
          </a:xfrm>
          <a:prstGeom prst="rect">
            <a:avLst/>
          </a:prstGeom>
          <a:pattFill prst="wdUpDiag">
            <a:fgClr>
              <a:schemeClr val="bg1"/>
            </a:fgClr>
            <a:bgClr>
              <a:schemeClr val="bg1">
                <a:lumMod val="95000"/>
              </a:schemeClr>
            </a:bgClr>
          </a:pattFill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10" name="Content Placeholder 12">
            <a:extLst>
              <a:ext uri="{FF2B5EF4-FFF2-40B4-BE49-F238E27FC236}">
                <a16:creationId xmlns:a16="http://schemas.microsoft.com/office/drawing/2014/main" id="{0B72A858-C352-B644-C6CA-A5660A13B5F5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8976320" y="3789040"/>
            <a:ext cx="2662696" cy="2447925"/>
          </a:xfrm>
          <a:prstGeom prst="rect">
            <a:avLst/>
          </a:prstGeom>
        </p:spPr>
        <p:txBody>
          <a:bodyPr/>
          <a:lstStyle>
            <a:lvl2pPr>
              <a:defRPr sz="1600"/>
            </a:lvl2pPr>
            <a:lvl3pPr>
              <a:defRPr sz="1200"/>
            </a:lvl3pPr>
          </a:lstStyle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ACF771D-FA22-B5A4-9258-7415F73BC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32712"/>
            <a:ext cx="9864616" cy="50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94244202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5B4E8-3F93-3151-2D50-CB6410996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32712"/>
            <a:ext cx="9864616" cy="504000"/>
          </a:xfrm>
        </p:spPr>
        <p:txBody>
          <a:bodyPr/>
          <a:lstStyle/>
          <a:p>
            <a:r>
              <a:rPr lang="zh-Hant"/>
              <a:t>按兩下以編輯母版標題樣式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96B376-5836-A3D3-A2E7-6FE629218A6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51384" y="1341438"/>
            <a:ext cx="11088000" cy="4895850"/>
          </a:xfrm>
        </p:spPr>
        <p:txBody>
          <a:bodyPr>
            <a:noAutofit/>
          </a:bodyPr>
          <a:lstStyle>
            <a:lvl5pPr>
              <a:defRPr/>
            </a:lvl5pPr>
          </a:lstStyle>
          <a:p>
            <a:pPr lvl="0"/>
            <a:r>
              <a:rPr lang="zh-Hant"/>
              <a:t>按兩下以編輯母版文字樣式</a:t>
            </a:r>
          </a:p>
          <a:p>
            <a:pPr lvl="1"/>
            <a:r>
              <a:rPr lang="zh-Hant"/>
              <a:t>第二級</a:t>
            </a:r>
          </a:p>
          <a:p>
            <a:pPr lvl="2"/>
            <a:r>
              <a:rPr lang="zh-Hant"/>
              <a:t>第三級</a:t>
            </a:r>
          </a:p>
          <a:p>
            <a:pPr lvl="3"/>
            <a:r>
              <a:rPr lang="zh-Hant"/>
              <a:t>第四級</a:t>
            </a:r>
          </a:p>
          <a:p>
            <a:pPr lvl="4"/>
            <a:r>
              <a:rPr lang="zh-Hant"/>
              <a:t>第五級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6727E6-3E50-B9E4-63BF-50ED7121B7F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C3F64E-056C-D872-A9ED-DF83D727578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zh-Hant" dirty="0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BC43C65B-EE3D-2FD9-3D97-F97D35EE21B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0"/>
            <a:ext cx="1704000" cy="1052513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1ED6644-69AC-3ADF-6B36-0787BCF71DBC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6468691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eft side bar - 2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207B9A9-00A6-A5E6-47EC-60C7604E45D6}"/>
              </a:ext>
            </a:extLst>
          </p:cNvPr>
          <p:cNvSpPr/>
          <p:nvPr userDrawn="1"/>
        </p:nvSpPr>
        <p:spPr>
          <a:xfrm>
            <a:off x="0" y="1052514"/>
            <a:ext cx="3214688" cy="5805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DC251F-4810-3650-ACAD-BE6F5660C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332712"/>
            <a:ext cx="9865138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3B0ED86-D2A2-19F7-E05C-D4D41DC0AF4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504000" y="1341439"/>
            <a:ext cx="3960152" cy="4895849"/>
          </a:xfrm>
        </p:spPr>
        <p:txBody>
          <a:bodyPr tIns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9B72684C-0911-88D3-2805-D8FFCADDAD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753464" y="1341439"/>
            <a:ext cx="3887152" cy="4895849"/>
          </a:xfrm>
        </p:spPr>
        <p:txBody>
          <a:bodyPr tIns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B75A4D9-86E1-C9F6-E1B8-6B505D8E53C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0"/>
            <a:ext cx="1704000" cy="1052513"/>
          </a:xfrm>
          <a:prstGeom prst="rect">
            <a:avLst/>
          </a:prstGeom>
        </p:spPr>
      </p:pic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58FE70BD-DC74-A24F-FB10-C11CC4FE53E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2A4232A-AA9F-0E7F-0D31-CBEE32B5690F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1052513"/>
            <a:ext cx="3214689" cy="487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F9E2296F-52FB-07A9-1254-1E6F8EB4656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52000" y="1341439"/>
            <a:ext cx="2520000" cy="4895849"/>
          </a:xfrm>
        </p:spPr>
        <p:txBody>
          <a:bodyPr tIns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2E1F085-E5BC-D9F6-74D8-B83A19A251A6}"/>
              </a:ext>
            </a:extLst>
          </p:cNvPr>
          <p:cNvSpPr/>
          <p:nvPr userDrawn="1"/>
        </p:nvSpPr>
        <p:spPr>
          <a:xfrm>
            <a:off x="552000" y="6381000"/>
            <a:ext cx="216000" cy="21635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D4985E6-1D80-E0A6-15BF-AEADABFAEEF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552000" y="6381000"/>
            <a:ext cx="216000" cy="216000"/>
          </a:xfrm>
        </p:spPr>
        <p:txBody>
          <a:bodyPr/>
          <a:lstStyle/>
          <a:p>
            <a:fld id="{5AC94115-40D6-4F9E-B464-3718F525A7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20121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5706332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AA3BD555-09EA-CC8E-B7D5-5670702A7B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9D0BDF-8BE7-4C3F-9009-83FAF1F2140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334B7E-B305-B681-0841-955637C9C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32712"/>
            <a:ext cx="9937104" cy="50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12902756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EB47D27B-7870-7A30-1FB3-271925352F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9D0BDF-8BE7-4C3F-9009-83FAF1F2140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028E27FD-D67B-A181-8C49-D6C0637FEA0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51384" y="1341438"/>
            <a:ext cx="11088000" cy="4895850"/>
          </a:xfrm>
          <a:prstGeom prst="rect">
            <a:avLst/>
          </a:prstGeom>
        </p:spPr>
        <p:txBody>
          <a:bodyPr>
            <a:noAutofit/>
          </a:bodyPr>
          <a:lstStyle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948786-AF7E-85C6-AF9E-AB6622B28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32712"/>
            <a:ext cx="9937104" cy="50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92416681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EB47D27B-7870-7A30-1FB3-271925352F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9D0BDF-8BE7-4C3F-9009-83FAF1F2140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71A69576-E759-9E60-FB8B-7EAA6CAB199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51384" y="1342118"/>
            <a:ext cx="5473179" cy="4895169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D5A5EC18-08C2-07A3-2B01-C841E0C1359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68008" y="1341439"/>
            <a:ext cx="5472000" cy="4895626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6EF3FCC-242D-91F9-EE46-DD09C0E51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32712"/>
            <a:ext cx="9937104" cy="50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67387091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EB47D27B-7870-7A30-1FB3-271925352F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9D0BDF-8BE7-4C3F-9009-83FAF1F2140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F931D4C7-9CDD-30F2-40C1-32F9D7740A9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50863" y="1341438"/>
            <a:ext cx="3600450" cy="489585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1E15D84B-DCC1-1898-4130-BA5FD63B76E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5775" y="1341438"/>
            <a:ext cx="3600450" cy="489585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Content Placeholder 9">
            <a:extLst>
              <a:ext uri="{FF2B5EF4-FFF2-40B4-BE49-F238E27FC236}">
                <a16:creationId xmlns:a16="http://schemas.microsoft.com/office/drawing/2014/main" id="{46F78847-B3C4-8FE0-A2F7-DDAC1BE0A54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40688" y="1341438"/>
            <a:ext cx="3600450" cy="489585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6B6D85-BAB4-546D-23E0-3E4267017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32712"/>
            <a:ext cx="9937104" cy="50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39194245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EB47D27B-7870-7A30-1FB3-271925352F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9D0BDF-8BE7-4C3F-9009-83FAF1F2140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08FCBDAC-B47E-9471-7C0B-B4EB50BB1F2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50863" y="1341438"/>
            <a:ext cx="2663825" cy="489585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CEA454AD-C38E-AB33-EBD6-E144DF802A9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60000" y="1341438"/>
            <a:ext cx="2663825" cy="489585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99CCE640-8E63-E777-ECCE-9ABBADE87E0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8177" y="1341438"/>
            <a:ext cx="2663825" cy="489585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Content Placeholder 9">
            <a:extLst>
              <a:ext uri="{FF2B5EF4-FFF2-40B4-BE49-F238E27FC236}">
                <a16:creationId xmlns:a16="http://schemas.microsoft.com/office/drawing/2014/main" id="{20A9E91D-6BF1-2E08-644B-5D6FCCACB4B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976000" y="1341000"/>
            <a:ext cx="2663825" cy="489585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6972E2-DC78-474B-EC5C-4EAB4BE0F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32712"/>
            <a:ext cx="9937104" cy="50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0789064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2-image 2-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EB47D27B-7870-7A30-1FB3-271925352F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9D0BDF-8BE7-4C3F-9009-83FAF1F2140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8">
            <a:extLst>
              <a:ext uri="{FF2B5EF4-FFF2-40B4-BE49-F238E27FC236}">
                <a16:creationId xmlns:a16="http://schemas.microsoft.com/office/drawing/2014/main" id="{B6C9FEAB-6CEB-D332-D68A-03E5B9AFB652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551992" y="1341116"/>
            <a:ext cx="5472571" cy="2304132"/>
          </a:xfrm>
          <a:prstGeom prst="rect">
            <a:avLst/>
          </a:prstGeom>
          <a:pattFill prst="wdUpDiag">
            <a:fgClr>
              <a:schemeClr val="bg1"/>
            </a:fgClr>
            <a:bgClr>
              <a:schemeClr val="bg1">
                <a:lumMod val="95000"/>
              </a:schemeClr>
            </a:bgClr>
          </a:pattFill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186A7C2C-73E9-A173-7C1C-2BA785B2EEA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68008" y="1340769"/>
            <a:ext cx="5470854" cy="2304132"/>
          </a:xfrm>
          <a:prstGeom prst="rect">
            <a:avLst/>
          </a:prstGeom>
          <a:pattFill prst="wdUpDiag">
            <a:fgClr>
              <a:schemeClr val="bg1"/>
            </a:fgClr>
            <a:bgClr>
              <a:schemeClr val="bg1">
                <a:lumMod val="95000"/>
              </a:schemeClr>
            </a:bgClr>
          </a:pattFill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6" name="Content Placeholder 12">
            <a:extLst>
              <a:ext uri="{FF2B5EF4-FFF2-40B4-BE49-F238E27FC236}">
                <a16:creationId xmlns:a16="http://schemas.microsoft.com/office/drawing/2014/main" id="{E751277B-2BDE-E8AA-E8D7-0ABB56B8CBD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1992" y="3789040"/>
            <a:ext cx="5472571" cy="24482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Content Placeholder 12">
            <a:extLst>
              <a:ext uri="{FF2B5EF4-FFF2-40B4-BE49-F238E27FC236}">
                <a16:creationId xmlns:a16="http://schemas.microsoft.com/office/drawing/2014/main" id="{A9B3A9AC-1CD6-4F9A-E2DB-24E897AC4FC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68008" y="3789040"/>
            <a:ext cx="5470854" cy="24482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B343E20-6E9B-C19C-CB1F-4B83D5CC6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32712"/>
            <a:ext cx="9937104" cy="50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14570393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3-image 3-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EB47D27B-7870-7A30-1FB3-271925352F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9D0BDF-8BE7-4C3F-9009-83FAF1F2140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8">
            <a:extLst>
              <a:ext uri="{FF2B5EF4-FFF2-40B4-BE49-F238E27FC236}">
                <a16:creationId xmlns:a16="http://schemas.microsoft.com/office/drawing/2014/main" id="{7A277678-2C34-DFDE-C2E8-B12361BF2218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551992" y="1341463"/>
            <a:ext cx="3599321" cy="2303784"/>
          </a:xfrm>
          <a:prstGeom prst="rect">
            <a:avLst/>
          </a:prstGeom>
          <a:pattFill prst="wdUpDiag">
            <a:fgClr>
              <a:schemeClr val="bg1"/>
            </a:fgClr>
            <a:bgClr>
              <a:schemeClr val="bg1">
                <a:lumMod val="95000"/>
              </a:schemeClr>
            </a:bgClr>
          </a:pattFill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103F1A7D-4ACD-D21D-839D-4CE85E13A9B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5800" y="1341116"/>
            <a:ext cx="3599321" cy="2303784"/>
          </a:xfrm>
          <a:prstGeom prst="rect">
            <a:avLst/>
          </a:prstGeom>
          <a:pattFill prst="wdUpDiag">
            <a:fgClr>
              <a:schemeClr val="bg1"/>
            </a:fgClr>
            <a:bgClr>
              <a:schemeClr val="bg1">
                <a:lumMod val="95000"/>
              </a:schemeClr>
            </a:bgClr>
          </a:pattFill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6" name="Content Placeholder 12">
            <a:extLst>
              <a:ext uri="{FF2B5EF4-FFF2-40B4-BE49-F238E27FC236}">
                <a16:creationId xmlns:a16="http://schemas.microsoft.com/office/drawing/2014/main" id="{312995B7-95EF-8A5A-E383-7B80F7D7EC8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1992" y="3789040"/>
            <a:ext cx="3599321" cy="2447925"/>
          </a:xfrm>
          <a:prstGeom prst="rect">
            <a:avLst/>
          </a:prstGeom>
        </p:spPr>
        <p:txBody>
          <a:bodyPr/>
          <a:lstStyle>
            <a:lvl2pPr>
              <a:defRPr sz="1600"/>
            </a:lvl2pPr>
            <a:lvl3pPr>
              <a:defRPr sz="1200"/>
            </a:lvl3pPr>
          </a:lstStyle>
          <a:p>
            <a:pPr lvl="0"/>
            <a:r>
              <a:rPr lang="en-US" dirty="0"/>
              <a:t>Click to edit Master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Content Placeholder 12">
            <a:extLst>
              <a:ext uri="{FF2B5EF4-FFF2-40B4-BE49-F238E27FC236}">
                <a16:creationId xmlns:a16="http://schemas.microsoft.com/office/drawing/2014/main" id="{81EFC976-6ABD-A0E0-1A8F-66491BB16B0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295800" y="3789040"/>
            <a:ext cx="3599321" cy="2447925"/>
          </a:xfrm>
          <a:prstGeom prst="rect">
            <a:avLst/>
          </a:prstGeom>
        </p:spPr>
        <p:txBody>
          <a:bodyPr/>
          <a:lstStyle>
            <a:lvl2pPr>
              <a:defRPr sz="1600"/>
            </a:lvl2pPr>
            <a:lvl3pPr>
              <a:defRPr sz="1200"/>
            </a:lvl3pPr>
          </a:lstStyle>
          <a:p>
            <a:pPr lvl="0"/>
            <a:r>
              <a:rPr lang="en-US" dirty="0"/>
              <a:t>Click to edit Master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8C7F6E3F-C4E9-562C-B900-6D64C424FC3D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040216" y="1341116"/>
            <a:ext cx="3599321" cy="2303784"/>
          </a:xfrm>
          <a:prstGeom prst="rect">
            <a:avLst/>
          </a:prstGeom>
          <a:pattFill prst="wdUpDiag">
            <a:fgClr>
              <a:schemeClr val="bg1"/>
            </a:fgClr>
            <a:bgClr>
              <a:schemeClr val="bg1">
                <a:lumMod val="95000"/>
              </a:schemeClr>
            </a:bgClr>
          </a:pattFill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716BA21A-6B10-1F87-D21C-2B08CE63EA6B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040216" y="3789040"/>
            <a:ext cx="3599321" cy="2447925"/>
          </a:xfrm>
          <a:prstGeom prst="rect">
            <a:avLst/>
          </a:prstGeom>
        </p:spPr>
        <p:txBody>
          <a:bodyPr/>
          <a:lstStyle>
            <a:lvl2pPr>
              <a:defRPr sz="1600"/>
            </a:lvl2pPr>
            <a:lvl3pPr>
              <a:defRPr sz="1200"/>
            </a:lvl3pPr>
          </a:lstStyle>
          <a:p>
            <a:pPr lvl="0"/>
            <a:r>
              <a:rPr lang="en-US" dirty="0"/>
              <a:t>Click to edit Master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CE14349-C972-5514-7306-ED030387DE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32712"/>
            <a:ext cx="9937104" cy="50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75358344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4-image 4-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AA3BD555-09EA-CC8E-B7D5-5670702A7B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9D0BDF-8BE7-4C3F-9009-83FAF1F2140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8">
            <a:extLst>
              <a:ext uri="{FF2B5EF4-FFF2-40B4-BE49-F238E27FC236}">
                <a16:creationId xmlns:a16="http://schemas.microsoft.com/office/drawing/2014/main" id="{46967C78-2846-79C2-5A87-20042C98909F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551993" y="1341439"/>
            <a:ext cx="2662696" cy="2303585"/>
          </a:xfrm>
          <a:prstGeom prst="rect">
            <a:avLst/>
          </a:prstGeom>
          <a:pattFill prst="wdUpDiag">
            <a:fgClr>
              <a:schemeClr val="bg1"/>
            </a:fgClr>
            <a:bgClr>
              <a:schemeClr val="bg1">
                <a:lumMod val="95000"/>
              </a:schemeClr>
            </a:bgClr>
          </a:pattFill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4" name="Content Placeholder 12">
            <a:extLst>
              <a:ext uri="{FF2B5EF4-FFF2-40B4-BE49-F238E27FC236}">
                <a16:creationId xmlns:a16="http://schemas.microsoft.com/office/drawing/2014/main" id="{A538D7C6-CCA5-5312-8DE0-585C228581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1993" y="3789040"/>
            <a:ext cx="2662696" cy="2447925"/>
          </a:xfrm>
          <a:prstGeom prst="rect">
            <a:avLst/>
          </a:prstGeom>
        </p:spPr>
        <p:txBody>
          <a:bodyPr/>
          <a:lstStyle>
            <a:lvl2pPr>
              <a:defRPr sz="1600"/>
            </a:lvl2pPr>
            <a:lvl3pPr>
              <a:defRPr sz="1200"/>
            </a:lvl3pPr>
          </a:lstStyle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5B1420AA-9B77-992A-060B-2ED756FAE0C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359696" y="1341439"/>
            <a:ext cx="2662696" cy="2303585"/>
          </a:xfrm>
          <a:prstGeom prst="rect">
            <a:avLst/>
          </a:prstGeom>
          <a:pattFill prst="wdUpDiag">
            <a:fgClr>
              <a:schemeClr val="bg1"/>
            </a:fgClr>
            <a:bgClr>
              <a:schemeClr val="bg1">
                <a:lumMod val="95000"/>
              </a:schemeClr>
            </a:bgClr>
          </a:pattFill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6" name="Content Placeholder 12">
            <a:extLst>
              <a:ext uri="{FF2B5EF4-FFF2-40B4-BE49-F238E27FC236}">
                <a16:creationId xmlns:a16="http://schemas.microsoft.com/office/drawing/2014/main" id="{9DC6DBE7-0362-1B8D-B55A-D12366128FE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359696" y="3789040"/>
            <a:ext cx="2662696" cy="2447925"/>
          </a:xfrm>
          <a:prstGeom prst="rect">
            <a:avLst/>
          </a:prstGeom>
        </p:spPr>
        <p:txBody>
          <a:bodyPr/>
          <a:lstStyle>
            <a:lvl2pPr>
              <a:defRPr sz="1600"/>
            </a:lvl2pPr>
            <a:lvl3pPr>
              <a:defRPr sz="1200"/>
            </a:lvl3pPr>
          </a:lstStyle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Content Placeholder 8">
            <a:extLst>
              <a:ext uri="{FF2B5EF4-FFF2-40B4-BE49-F238E27FC236}">
                <a16:creationId xmlns:a16="http://schemas.microsoft.com/office/drawing/2014/main" id="{AC6D7779-0A04-433A-AADD-F673DA83603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168008" y="1341439"/>
            <a:ext cx="2662696" cy="2303585"/>
          </a:xfrm>
          <a:prstGeom prst="rect">
            <a:avLst/>
          </a:prstGeom>
          <a:pattFill prst="wdUpDiag">
            <a:fgClr>
              <a:schemeClr val="bg1"/>
            </a:fgClr>
            <a:bgClr>
              <a:schemeClr val="bg1">
                <a:lumMod val="95000"/>
              </a:schemeClr>
            </a:bgClr>
          </a:pattFill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8" name="Content Placeholder 12">
            <a:extLst>
              <a:ext uri="{FF2B5EF4-FFF2-40B4-BE49-F238E27FC236}">
                <a16:creationId xmlns:a16="http://schemas.microsoft.com/office/drawing/2014/main" id="{E0178DD7-BF16-5BF9-E918-F09C9530303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168008" y="3789040"/>
            <a:ext cx="2662696" cy="2447925"/>
          </a:xfrm>
          <a:prstGeom prst="rect">
            <a:avLst/>
          </a:prstGeom>
        </p:spPr>
        <p:txBody>
          <a:bodyPr/>
          <a:lstStyle>
            <a:lvl2pPr>
              <a:defRPr sz="1600"/>
            </a:lvl2pPr>
            <a:lvl3pPr>
              <a:defRPr sz="1200"/>
            </a:lvl3pPr>
          </a:lstStyle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353FA8C-4F39-8E1A-B276-29CBAAB9E300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8976320" y="1341439"/>
            <a:ext cx="2662696" cy="2303585"/>
          </a:xfrm>
          <a:prstGeom prst="rect">
            <a:avLst/>
          </a:prstGeom>
          <a:pattFill prst="wdUpDiag">
            <a:fgClr>
              <a:schemeClr val="bg1"/>
            </a:fgClr>
            <a:bgClr>
              <a:schemeClr val="bg1">
                <a:lumMod val="95000"/>
              </a:schemeClr>
            </a:bgClr>
          </a:pattFill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10" name="Content Placeholder 12">
            <a:extLst>
              <a:ext uri="{FF2B5EF4-FFF2-40B4-BE49-F238E27FC236}">
                <a16:creationId xmlns:a16="http://schemas.microsoft.com/office/drawing/2014/main" id="{0B72A858-C352-B644-C6CA-A5660A13B5F5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8976320" y="3789040"/>
            <a:ext cx="2662696" cy="2447925"/>
          </a:xfrm>
          <a:prstGeom prst="rect">
            <a:avLst/>
          </a:prstGeom>
        </p:spPr>
        <p:txBody>
          <a:bodyPr/>
          <a:lstStyle>
            <a:lvl2pPr>
              <a:defRPr sz="1600"/>
            </a:lvl2pPr>
            <a:lvl3pPr>
              <a:defRPr sz="1200"/>
            </a:lvl3pPr>
          </a:lstStyle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293CA4B5-A409-589F-E668-02866FE19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32712"/>
            <a:ext cx="9937104" cy="50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75958394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6795725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ace Big Logo Only -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4">
            <a:extLst>
              <a:ext uri="{FF2B5EF4-FFF2-40B4-BE49-F238E27FC236}">
                <a16:creationId xmlns:a16="http://schemas.microsoft.com/office/drawing/2014/main" id="{AFCE8B53-131D-EE4E-6718-05CDA77093F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15481" y="2689408"/>
            <a:ext cx="5761037" cy="1479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9802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ace Big Logo with Branches Map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7580A1EE-0419-C322-10EC-223CAE4A78D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</a:blip>
          <a:srcRect b="16704"/>
          <a:stretch>
            <a:fillRect/>
          </a:stretch>
        </p:blipFill>
        <p:spPr>
          <a:xfrm>
            <a:off x="103388" y="440667"/>
            <a:ext cx="11985221" cy="597666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" name="Graphic 4">
            <a:extLst>
              <a:ext uri="{FF2B5EF4-FFF2-40B4-BE49-F238E27FC236}">
                <a16:creationId xmlns:a16="http://schemas.microsoft.com/office/drawing/2014/main" id="{AFCE8B53-131D-EE4E-6718-05CDA77093F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15481" y="2689408"/>
            <a:ext cx="5761037" cy="1479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8372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olace Logo Only - Blue (Faded)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4">
            <a:extLst>
              <a:ext uri="{FF2B5EF4-FFF2-40B4-BE49-F238E27FC236}">
                <a16:creationId xmlns:a16="http://schemas.microsoft.com/office/drawing/2014/main" id="{AFCE8B53-131D-EE4E-6718-05CDA77093F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15481" y="2689408"/>
            <a:ext cx="5761037" cy="1479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8063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ll Solace Logo Only -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39">
            <a:extLst>
              <a:ext uri="{FF2B5EF4-FFF2-40B4-BE49-F238E27FC236}">
                <a16:creationId xmlns:a16="http://schemas.microsoft.com/office/drawing/2014/main" id="{688D61E7-B7D7-6372-7300-54D0D5C5924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04512" y="6375697"/>
            <a:ext cx="936103" cy="24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6677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ace Big Logo Only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4">
            <a:extLst>
              <a:ext uri="{FF2B5EF4-FFF2-40B4-BE49-F238E27FC236}">
                <a16:creationId xmlns:a16="http://schemas.microsoft.com/office/drawing/2014/main" id="{AFCE8B53-131D-EE4E-6718-05CDA77093F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15481" y="2689408"/>
            <a:ext cx="5761037" cy="1479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1310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olace Big Logo Only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4">
            <a:extLst>
              <a:ext uri="{FF2B5EF4-FFF2-40B4-BE49-F238E27FC236}">
                <a16:creationId xmlns:a16="http://schemas.microsoft.com/office/drawing/2014/main" id="{AFCE8B53-131D-EE4E-6718-05CDA77093F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15481" y="2689408"/>
            <a:ext cx="5761037" cy="1479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9250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olace Logo Closing -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4">
            <a:extLst>
              <a:ext uri="{FF2B5EF4-FFF2-40B4-BE49-F238E27FC236}">
                <a16:creationId xmlns:a16="http://schemas.microsoft.com/office/drawing/2014/main" id="{AFCE8B53-131D-EE4E-6718-05CDA77093F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15481" y="2689408"/>
            <a:ext cx="5761037" cy="1479183"/>
          </a:xfrm>
          <a:prstGeom prst="rect">
            <a:avLst/>
          </a:prstGeom>
        </p:spPr>
      </p:pic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755BBE73-2991-E34F-E855-7F14E5FB367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497252583"/>
              </p:ext>
            </p:extLst>
          </p:nvPr>
        </p:nvGraphicFramePr>
        <p:xfrm>
          <a:off x="29390" y="6067093"/>
          <a:ext cx="4421698" cy="758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0849">
                  <a:extLst>
                    <a:ext uri="{9D8B030D-6E8A-4147-A177-3AD203B41FA5}">
                      <a16:colId xmlns:a16="http://schemas.microsoft.com/office/drawing/2014/main" val="339507219"/>
                    </a:ext>
                  </a:extLst>
                </a:gridCol>
                <a:gridCol w="2210849">
                  <a:extLst>
                    <a:ext uri="{9D8B030D-6E8A-4147-A177-3AD203B41FA5}">
                      <a16:colId xmlns:a16="http://schemas.microsoft.com/office/drawing/2014/main" val="13217274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100" dirty="0"/>
                        <a:t>銷售業務：</a:t>
                      </a:r>
                      <a:br>
                        <a:rPr lang="en-US" altLang="zh-TW" sz="1100" dirty="0"/>
                      </a:br>
                      <a:r>
                        <a:rPr lang="zh-TW" altLang="en-US" sz="1100" dirty="0"/>
                        <a:t>👨🏻‍💼 譚銳榮 </a:t>
                      </a:r>
                      <a:r>
                        <a:rPr lang="en-US" altLang="zh-TW" sz="1100" dirty="0"/>
                        <a:t>Matthew Tam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dirty="0"/>
                        <a:t>✉️ </a:t>
                      </a:r>
                      <a:r>
                        <a:rPr lang="en-US" altLang="zh-TW" sz="1100" dirty="0"/>
                        <a:t>matthew</a:t>
                      </a:r>
                      <a:r>
                        <a:rPr lang="en-US" altLang="zh-TW" sz="1100" dirty="0">
                          <a:solidFill>
                            <a:srgbClr val="00C895"/>
                          </a:solidFill>
                        </a:rPr>
                        <a:t>.</a:t>
                      </a:r>
                      <a:r>
                        <a:rPr lang="en-US" altLang="zh-TW" sz="1100" dirty="0"/>
                        <a:t>tam@solace</a:t>
                      </a:r>
                      <a:r>
                        <a:rPr lang="en-US" altLang="zh-TW" sz="1100" dirty="0">
                          <a:solidFill>
                            <a:srgbClr val="00C895"/>
                          </a:solidFill>
                        </a:rPr>
                        <a:t>.</a:t>
                      </a:r>
                      <a:r>
                        <a:rPr lang="en-US" altLang="zh-TW" sz="1100" dirty="0"/>
                        <a:t>com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00"/>
                        </a:lnSpc>
                      </a:pPr>
                      <a:r>
                        <a:rPr lang="zh-TW" altLang="en-US" sz="1100" dirty="0"/>
                        <a:t>技術諮詢：</a:t>
                      </a:r>
                      <a:endParaRPr lang="en-US" altLang="zh-TW" sz="1100" dirty="0"/>
                    </a:p>
                    <a:p>
                      <a:pPr>
                        <a:lnSpc>
                          <a:spcPts val="1800"/>
                        </a:lnSpc>
                      </a:pPr>
                      <a:r>
                        <a:rPr lang="zh-TW" altLang="en-US" sz="1100" dirty="0"/>
                        <a:t>👨🏻‍💻 黃孟昭 </a:t>
                      </a:r>
                      <a:r>
                        <a:rPr lang="en-US" altLang="zh-TW" sz="1100" dirty="0"/>
                        <a:t>Jet Huang</a:t>
                      </a:r>
                    </a:p>
                    <a:p>
                      <a:pPr>
                        <a:lnSpc>
                          <a:spcPts val="1800"/>
                        </a:lnSpc>
                      </a:pPr>
                      <a:r>
                        <a:rPr lang="en-US" altLang="zh-TW" sz="1000" dirty="0"/>
                        <a:t>✉️ </a:t>
                      </a:r>
                      <a:r>
                        <a:rPr lang="en-US" altLang="zh-TW" sz="1100" dirty="0"/>
                        <a:t>jet</a:t>
                      </a:r>
                      <a:r>
                        <a:rPr lang="en-US" altLang="zh-TW" sz="1100" dirty="0">
                          <a:solidFill>
                            <a:srgbClr val="00C895"/>
                          </a:solidFill>
                        </a:rPr>
                        <a:t>.</a:t>
                      </a:r>
                      <a:r>
                        <a:rPr lang="en-US" altLang="zh-TW" sz="1100" dirty="0"/>
                        <a:t>huang@solace</a:t>
                      </a:r>
                      <a:r>
                        <a:rPr lang="en-US" altLang="zh-TW" sz="1100" dirty="0">
                          <a:solidFill>
                            <a:srgbClr val="00C895"/>
                          </a:solidFill>
                        </a:rPr>
                        <a:t>.</a:t>
                      </a:r>
                      <a:r>
                        <a:rPr lang="en-US" altLang="zh-TW" sz="1100" dirty="0"/>
                        <a:t>com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91197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81548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olace Logo Closing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4">
            <a:extLst>
              <a:ext uri="{FF2B5EF4-FFF2-40B4-BE49-F238E27FC236}">
                <a16:creationId xmlns:a16="http://schemas.microsoft.com/office/drawing/2014/main" id="{AFCE8B53-131D-EE4E-6718-05CDA77093F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15481" y="2689408"/>
            <a:ext cx="5761037" cy="1479183"/>
          </a:xfrm>
          <a:prstGeom prst="rect">
            <a:avLst/>
          </a:prstGeom>
        </p:spPr>
      </p:pic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755BBE73-2991-E34F-E855-7F14E5FB367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866273932"/>
              </p:ext>
            </p:extLst>
          </p:nvPr>
        </p:nvGraphicFramePr>
        <p:xfrm>
          <a:off x="29390" y="6067093"/>
          <a:ext cx="4421698" cy="758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0849">
                  <a:extLst>
                    <a:ext uri="{9D8B030D-6E8A-4147-A177-3AD203B41FA5}">
                      <a16:colId xmlns:a16="http://schemas.microsoft.com/office/drawing/2014/main" val="339507219"/>
                    </a:ext>
                  </a:extLst>
                </a:gridCol>
                <a:gridCol w="2210849">
                  <a:extLst>
                    <a:ext uri="{9D8B030D-6E8A-4147-A177-3AD203B41FA5}">
                      <a16:colId xmlns:a16="http://schemas.microsoft.com/office/drawing/2014/main" val="13217274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100" dirty="0">
                          <a:solidFill>
                            <a:schemeClr val="tx2"/>
                          </a:solidFill>
                        </a:rPr>
                        <a:t>銷售業務：</a:t>
                      </a:r>
                      <a:br>
                        <a:rPr lang="en-US" altLang="zh-TW" sz="1100" dirty="0">
                          <a:solidFill>
                            <a:schemeClr val="tx2"/>
                          </a:solidFill>
                        </a:rPr>
                      </a:br>
                      <a:r>
                        <a:rPr lang="zh-TW" altLang="en-US" sz="1100" dirty="0">
                          <a:solidFill>
                            <a:schemeClr val="tx2"/>
                          </a:solidFill>
                        </a:rPr>
                        <a:t>👨🏻‍💼 譚銳榮 </a:t>
                      </a:r>
                      <a:r>
                        <a:rPr lang="en-US" altLang="zh-TW" sz="1100" dirty="0">
                          <a:solidFill>
                            <a:schemeClr val="tx2"/>
                          </a:solidFill>
                        </a:rPr>
                        <a:t>Matthew Tam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dirty="0">
                          <a:solidFill>
                            <a:schemeClr val="tx2"/>
                          </a:solidFill>
                        </a:rPr>
                        <a:t>✉️ </a:t>
                      </a:r>
                      <a:r>
                        <a:rPr lang="en-US" altLang="zh-TW" sz="1100" dirty="0">
                          <a:solidFill>
                            <a:schemeClr val="tx2"/>
                          </a:solidFill>
                        </a:rPr>
                        <a:t>matthew.tam@solace.com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00"/>
                        </a:lnSpc>
                      </a:pPr>
                      <a:r>
                        <a:rPr lang="zh-TW" altLang="en-US" sz="1100" dirty="0">
                          <a:solidFill>
                            <a:schemeClr val="tx2"/>
                          </a:solidFill>
                        </a:rPr>
                        <a:t>技術諮詢：</a:t>
                      </a:r>
                      <a:endParaRPr lang="en-US" altLang="zh-TW" sz="1100" dirty="0">
                        <a:solidFill>
                          <a:schemeClr val="tx2"/>
                        </a:solidFill>
                      </a:endParaRPr>
                    </a:p>
                    <a:p>
                      <a:pPr>
                        <a:lnSpc>
                          <a:spcPts val="1800"/>
                        </a:lnSpc>
                      </a:pPr>
                      <a:r>
                        <a:rPr lang="zh-TW" altLang="en-US" sz="1100" dirty="0">
                          <a:solidFill>
                            <a:schemeClr val="tx2"/>
                          </a:solidFill>
                        </a:rPr>
                        <a:t>👨🏻‍💻 黃孟昭 </a:t>
                      </a:r>
                      <a:r>
                        <a:rPr lang="en-US" altLang="zh-TW" sz="1100" dirty="0">
                          <a:solidFill>
                            <a:schemeClr val="tx2"/>
                          </a:solidFill>
                        </a:rPr>
                        <a:t>Jet Huang</a:t>
                      </a:r>
                    </a:p>
                    <a:p>
                      <a:pPr>
                        <a:lnSpc>
                          <a:spcPts val="1800"/>
                        </a:lnSpc>
                      </a:pPr>
                      <a:r>
                        <a:rPr lang="en-US" altLang="zh-TW" sz="1000" dirty="0">
                          <a:solidFill>
                            <a:schemeClr val="tx2"/>
                          </a:solidFill>
                        </a:rPr>
                        <a:t>✉️ </a:t>
                      </a:r>
                      <a:r>
                        <a:rPr lang="en-US" altLang="zh-TW" sz="1100" dirty="0">
                          <a:solidFill>
                            <a:schemeClr val="tx2"/>
                          </a:solidFill>
                        </a:rPr>
                        <a:t>jet.huang@solace.com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91197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94397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White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EB47D27B-7870-7A30-1FB3-271925352F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9D0BDF-8BE7-4C3F-9009-83FAF1F2140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028E27FD-D67B-A181-8C49-D6C0637FEA0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51384" y="1341438"/>
            <a:ext cx="11088000" cy="4895850"/>
          </a:xfrm>
          <a:prstGeom prst="rect">
            <a:avLst/>
          </a:prstGeom>
        </p:spPr>
        <p:txBody>
          <a:bodyPr>
            <a:noAutofit/>
          </a:bodyPr>
          <a:lstStyle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BAF449-9964-900D-3337-E4ED53A00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32712"/>
            <a:ext cx="9864616" cy="50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93173438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ue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EB47D27B-7870-7A30-1FB3-271925352F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9D0BDF-8BE7-4C3F-9009-83FAF1F2140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028E27FD-D67B-A181-8C49-D6C0637FEA0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51384" y="1341438"/>
            <a:ext cx="11088000" cy="4895850"/>
          </a:xfrm>
          <a:prstGeom prst="rect">
            <a:avLst/>
          </a:prstGeom>
        </p:spPr>
        <p:txBody>
          <a:bodyPr>
            <a:noAutofit/>
          </a:bodyPr>
          <a:lstStyle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948786-AF7E-85C6-AF9E-AB6622B28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32712"/>
            <a:ext cx="9937104" cy="50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36398449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and White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011DDF6D-9DB7-323A-2008-7CE1ABF7E2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9D0BDF-8BE7-4C3F-9009-83FAF1F2140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C3AD405B-F8F2-014E-F74D-3E550734B30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672000" y="1341438"/>
            <a:ext cx="5029200" cy="489585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cxnSp>
        <p:nvCxnSpPr>
          <p:cNvPr id="6" name="Straight Connector 4">
            <a:extLst>
              <a:ext uri="{FF2B5EF4-FFF2-40B4-BE49-F238E27FC236}">
                <a16:creationId xmlns:a16="http://schemas.microsoft.com/office/drawing/2014/main" id="{9CAD3880-D88C-3F4E-ABD8-BC6E61C0D6E6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6085350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74229609-3203-B098-0FCF-7F73D128577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52000" y="1341438"/>
            <a:ext cx="5029200" cy="489585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C5332E-2CB6-5186-4C45-61066DF68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32712"/>
            <a:ext cx="9864616" cy="50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40680573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and White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804EB8DC-25EA-CD43-E2A8-8A8F451C804A}"/>
              </a:ext>
            </a:extLst>
          </p:cNvPr>
          <p:cNvSpPr/>
          <p:nvPr userDrawn="1"/>
        </p:nvSpPr>
        <p:spPr>
          <a:xfrm>
            <a:off x="4151784" y="980728"/>
            <a:ext cx="3457375" cy="587678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AA3BD555-09EA-CC8E-B7D5-5670702A7B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9D0BDF-8BE7-4C3F-9009-83FAF1F2140A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2" name="Straight Connector 4">
            <a:extLst>
              <a:ext uri="{FF2B5EF4-FFF2-40B4-BE49-F238E27FC236}">
                <a16:creationId xmlns:a16="http://schemas.microsoft.com/office/drawing/2014/main" id="{6D864FAF-B717-E3AC-822C-0BEEFA7D09A9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4151313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E9493F03-FAFC-687C-44E8-8B5DBC0F7D7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38638" y="1341438"/>
            <a:ext cx="3457588" cy="489585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Content Placeholder 9">
            <a:extLst>
              <a:ext uri="{FF2B5EF4-FFF2-40B4-BE49-F238E27FC236}">
                <a16:creationId xmlns:a16="http://schemas.microsoft.com/office/drawing/2014/main" id="{C38B169D-E321-C4CA-9057-83E6091059B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40000" y="1341438"/>
            <a:ext cx="3601138" cy="489585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0D6D00C3-2C9B-CCB6-3331-7AFD7E887DE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52000" y="1341438"/>
            <a:ext cx="3456000" cy="489585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7CB1914-6641-4C34-CCB0-93E073F71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32712"/>
            <a:ext cx="9864616" cy="50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46093067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and White Sid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804EB8DC-25EA-CD43-E2A8-8A8F451C804A}"/>
              </a:ext>
            </a:extLst>
          </p:cNvPr>
          <p:cNvSpPr/>
          <p:nvPr userDrawn="1"/>
        </p:nvSpPr>
        <p:spPr>
          <a:xfrm>
            <a:off x="3214689" y="980728"/>
            <a:ext cx="3457375" cy="587678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AA3BD555-09EA-CC8E-B7D5-5670702A7B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9D0BDF-8BE7-4C3F-9009-83FAF1F2140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A1474B65-882B-0499-7271-D1BA5C2438D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504000" y="1341439"/>
            <a:ext cx="3960152" cy="4895849"/>
          </a:xfrm>
          <a:prstGeom prst="rect">
            <a:avLst/>
          </a:prstGeom>
        </p:spPr>
        <p:txBody>
          <a:bodyPr tIns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81CB2667-2D3D-B832-F442-FE9371FA2E0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753464" y="1341439"/>
            <a:ext cx="3887152" cy="4895849"/>
          </a:xfrm>
          <a:prstGeom prst="rect">
            <a:avLst/>
          </a:prstGeom>
        </p:spPr>
        <p:txBody>
          <a:bodyPr tIns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6C63DDB-B069-0956-1783-2DDD4F55E4B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52000" y="1341439"/>
            <a:ext cx="2520000" cy="4895849"/>
          </a:xfrm>
          <a:prstGeom prst="rect">
            <a:avLst/>
          </a:prstGeom>
        </p:spPr>
        <p:txBody>
          <a:bodyPr tIns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cxnSp>
        <p:nvCxnSpPr>
          <p:cNvPr id="9" name="Straight Connector 4">
            <a:extLst>
              <a:ext uri="{FF2B5EF4-FFF2-40B4-BE49-F238E27FC236}">
                <a16:creationId xmlns:a16="http://schemas.microsoft.com/office/drawing/2014/main" id="{98709629-A190-A7DD-AEDA-27339AD35529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1052513"/>
            <a:ext cx="3214689" cy="487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12F9CC3B-65EB-27A2-D275-5C2D73F4E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32712"/>
            <a:ext cx="9864616" cy="50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38011799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AA3BD555-09EA-CC8E-B7D5-5670702A7B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9D0BDF-8BE7-4C3F-9009-83FAF1F2140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334B7E-B305-B681-0841-955637C9C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32712"/>
            <a:ext cx="9937104" cy="50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57675802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EB47D27B-7870-7A30-1FB3-271925352F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9D0BDF-8BE7-4C3F-9009-83FAF1F2140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028E27FD-D67B-A181-8C49-D6C0637FEA0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51384" y="1341438"/>
            <a:ext cx="11088000" cy="4895850"/>
          </a:xfrm>
          <a:prstGeom prst="rect">
            <a:avLst/>
          </a:prstGeom>
        </p:spPr>
        <p:txBody>
          <a:bodyPr>
            <a:noAutofit/>
          </a:bodyPr>
          <a:lstStyle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948786-AF7E-85C6-AF9E-AB6622B28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32712"/>
            <a:ext cx="9937104" cy="50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34918526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EB47D27B-7870-7A30-1FB3-271925352F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9D0BDF-8BE7-4C3F-9009-83FAF1F2140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71A69576-E759-9E60-FB8B-7EAA6CAB199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51384" y="1342118"/>
            <a:ext cx="5473179" cy="4895169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D5A5EC18-08C2-07A3-2B01-C841E0C1359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68008" y="1341439"/>
            <a:ext cx="5472000" cy="4895626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6EF3FCC-242D-91F9-EE46-DD09C0E51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32712"/>
            <a:ext cx="9937104" cy="50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48696718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EB47D27B-7870-7A30-1FB3-271925352F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9D0BDF-8BE7-4C3F-9009-83FAF1F2140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F931D4C7-9CDD-30F2-40C1-32F9D7740A9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50863" y="1341438"/>
            <a:ext cx="3600450" cy="489585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1E15D84B-DCC1-1898-4130-BA5FD63B76E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5775" y="1341438"/>
            <a:ext cx="3600450" cy="489585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Content Placeholder 9">
            <a:extLst>
              <a:ext uri="{FF2B5EF4-FFF2-40B4-BE49-F238E27FC236}">
                <a16:creationId xmlns:a16="http://schemas.microsoft.com/office/drawing/2014/main" id="{46F78847-B3C4-8FE0-A2F7-DDAC1BE0A54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40688" y="1341438"/>
            <a:ext cx="3600450" cy="489585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6B6D85-BAB4-546D-23E0-3E4267017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32712"/>
            <a:ext cx="9937104" cy="50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34516860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EB47D27B-7870-7A30-1FB3-271925352F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9D0BDF-8BE7-4C3F-9009-83FAF1F2140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08FCBDAC-B47E-9471-7C0B-B4EB50BB1F2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50863" y="1341438"/>
            <a:ext cx="2663825" cy="489585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CEA454AD-C38E-AB33-EBD6-E144DF802A9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60000" y="1341438"/>
            <a:ext cx="2663825" cy="489585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99CCE640-8E63-E777-ECCE-9ABBADE87E0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8177" y="1341438"/>
            <a:ext cx="2663825" cy="489585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Content Placeholder 9">
            <a:extLst>
              <a:ext uri="{FF2B5EF4-FFF2-40B4-BE49-F238E27FC236}">
                <a16:creationId xmlns:a16="http://schemas.microsoft.com/office/drawing/2014/main" id="{20A9E91D-6BF1-2E08-644B-5D6FCCACB4B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976000" y="1341000"/>
            <a:ext cx="2663825" cy="489585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6972E2-DC78-474B-EC5C-4EAB4BE0F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32712"/>
            <a:ext cx="9937104" cy="50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99039775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2-image 2-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EB47D27B-7870-7A30-1FB3-271925352F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9D0BDF-8BE7-4C3F-9009-83FAF1F2140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8">
            <a:extLst>
              <a:ext uri="{FF2B5EF4-FFF2-40B4-BE49-F238E27FC236}">
                <a16:creationId xmlns:a16="http://schemas.microsoft.com/office/drawing/2014/main" id="{B6C9FEAB-6CEB-D332-D68A-03E5B9AFB652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551992" y="1341116"/>
            <a:ext cx="5472571" cy="2304132"/>
          </a:xfrm>
          <a:prstGeom prst="rect">
            <a:avLst/>
          </a:prstGeom>
          <a:pattFill prst="wdUpDiag">
            <a:fgClr>
              <a:schemeClr val="bg1"/>
            </a:fgClr>
            <a:bgClr>
              <a:schemeClr val="bg1">
                <a:lumMod val="95000"/>
              </a:schemeClr>
            </a:bgClr>
          </a:pattFill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186A7C2C-73E9-A173-7C1C-2BA785B2EEA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68008" y="1340769"/>
            <a:ext cx="5470854" cy="2304132"/>
          </a:xfrm>
          <a:prstGeom prst="rect">
            <a:avLst/>
          </a:prstGeom>
          <a:pattFill prst="wdUpDiag">
            <a:fgClr>
              <a:schemeClr val="bg1"/>
            </a:fgClr>
            <a:bgClr>
              <a:schemeClr val="bg1">
                <a:lumMod val="95000"/>
              </a:schemeClr>
            </a:bgClr>
          </a:pattFill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6" name="Content Placeholder 12">
            <a:extLst>
              <a:ext uri="{FF2B5EF4-FFF2-40B4-BE49-F238E27FC236}">
                <a16:creationId xmlns:a16="http://schemas.microsoft.com/office/drawing/2014/main" id="{E751277B-2BDE-E8AA-E8D7-0ABB56B8CBD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1992" y="3789040"/>
            <a:ext cx="5472571" cy="24482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Content Placeholder 12">
            <a:extLst>
              <a:ext uri="{FF2B5EF4-FFF2-40B4-BE49-F238E27FC236}">
                <a16:creationId xmlns:a16="http://schemas.microsoft.com/office/drawing/2014/main" id="{A9B3A9AC-1CD6-4F9A-E2DB-24E897AC4FC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68008" y="3789040"/>
            <a:ext cx="5470854" cy="24482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B343E20-6E9B-C19C-CB1F-4B83D5CC6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32712"/>
            <a:ext cx="9937104" cy="50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20235786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3-image 3-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EB47D27B-7870-7A30-1FB3-271925352F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9D0BDF-8BE7-4C3F-9009-83FAF1F2140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8">
            <a:extLst>
              <a:ext uri="{FF2B5EF4-FFF2-40B4-BE49-F238E27FC236}">
                <a16:creationId xmlns:a16="http://schemas.microsoft.com/office/drawing/2014/main" id="{7A277678-2C34-DFDE-C2E8-B12361BF2218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551992" y="1341463"/>
            <a:ext cx="3599321" cy="2303784"/>
          </a:xfrm>
          <a:prstGeom prst="rect">
            <a:avLst/>
          </a:prstGeom>
          <a:pattFill prst="wdUpDiag">
            <a:fgClr>
              <a:schemeClr val="bg1"/>
            </a:fgClr>
            <a:bgClr>
              <a:schemeClr val="bg1">
                <a:lumMod val="95000"/>
              </a:schemeClr>
            </a:bgClr>
          </a:pattFill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103F1A7D-4ACD-D21D-839D-4CE85E13A9B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5800" y="1341116"/>
            <a:ext cx="3599321" cy="2303784"/>
          </a:xfrm>
          <a:prstGeom prst="rect">
            <a:avLst/>
          </a:prstGeom>
          <a:pattFill prst="wdUpDiag">
            <a:fgClr>
              <a:schemeClr val="bg1"/>
            </a:fgClr>
            <a:bgClr>
              <a:schemeClr val="bg1">
                <a:lumMod val="95000"/>
              </a:schemeClr>
            </a:bgClr>
          </a:pattFill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6" name="Content Placeholder 12">
            <a:extLst>
              <a:ext uri="{FF2B5EF4-FFF2-40B4-BE49-F238E27FC236}">
                <a16:creationId xmlns:a16="http://schemas.microsoft.com/office/drawing/2014/main" id="{312995B7-95EF-8A5A-E383-7B80F7D7EC8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1992" y="3789040"/>
            <a:ext cx="3599321" cy="2447925"/>
          </a:xfrm>
          <a:prstGeom prst="rect">
            <a:avLst/>
          </a:prstGeom>
        </p:spPr>
        <p:txBody>
          <a:bodyPr/>
          <a:lstStyle>
            <a:lvl2pPr>
              <a:defRPr sz="1600"/>
            </a:lvl2pPr>
            <a:lvl3pPr>
              <a:defRPr sz="1200"/>
            </a:lvl3pPr>
          </a:lstStyle>
          <a:p>
            <a:pPr lvl="0"/>
            <a:r>
              <a:rPr lang="en-US" dirty="0"/>
              <a:t>Click to edit Master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Content Placeholder 12">
            <a:extLst>
              <a:ext uri="{FF2B5EF4-FFF2-40B4-BE49-F238E27FC236}">
                <a16:creationId xmlns:a16="http://schemas.microsoft.com/office/drawing/2014/main" id="{81EFC976-6ABD-A0E0-1A8F-66491BB16B0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295800" y="3789040"/>
            <a:ext cx="3599321" cy="2447925"/>
          </a:xfrm>
          <a:prstGeom prst="rect">
            <a:avLst/>
          </a:prstGeom>
        </p:spPr>
        <p:txBody>
          <a:bodyPr/>
          <a:lstStyle>
            <a:lvl2pPr>
              <a:defRPr sz="1600"/>
            </a:lvl2pPr>
            <a:lvl3pPr>
              <a:defRPr sz="1200"/>
            </a:lvl3pPr>
          </a:lstStyle>
          <a:p>
            <a:pPr lvl="0"/>
            <a:r>
              <a:rPr lang="en-US" dirty="0"/>
              <a:t>Click to edit Master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8C7F6E3F-C4E9-562C-B900-6D64C424FC3D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040216" y="1341116"/>
            <a:ext cx="3599321" cy="2303784"/>
          </a:xfrm>
          <a:prstGeom prst="rect">
            <a:avLst/>
          </a:prstGeom>
          <a:pattFill prst="wdUpDiag">
            <a:fgClr>
              <a:schemeClr val="bg1"/>
            </a:fgClr>
            <a:bgClr>
              <a:schemeClr val="bg1">
                <a:lumMod val="95000"/>
              </a:schemeClr>
            </a:bgClr>
          </a:pattFill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716BA21A-6B10-1F87-D21C-2B08CE63EA6B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040216" y="3789040"/>
            <a:ext cx="3599321" cy="2447925"/>
          </a:xfrm>
          <a:prstGeom prst="rect">
            <a:avLst/>
          </a:prstGeom>
        </p:spPr>
        <p:txBody>
          <a:bodyPr/>
          <a:lstStyle>
            <a:lvl2pPr>
              <a:defRPr sz="1600"/>
            </a:lvl2pPr>
            <a:lvl3pPr>
              <a:defRPr sz="1200"/>
            </a:lvl3pPr>
          </a:lstStyle>
          <a:p>
            <a:pPr lvl="0"/>
            <a:r>
              <a:rPr lang="en-US" dirty="0"/>
              <a:t>Click to edit Master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CE14349-C972-5514-7306-ED030387DE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32712"/>
            <a:ext cx="9937104" cy="50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15036919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4-image 4-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AA3BD555-09EA-CC8E-B7D5-5670702A7B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9D0BDF-8BE7-4C3F-9009-83FAF1F2140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8">
            <a:extLst>
              <a:ext uri="{FF2B5EF4-FFF2-40B4-BE49-F238E27FC236}">
                <a16:creationId xmlns:a16="http://schemas.microsoft.com/office/drawing/2014/main" id="{46967C78-2846-79C2-5A87-20042C98909F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551993" y="1341439"/>
            <a:ext cx="2662696" cy="2303585"/>
          </a:xfrm>
          <a:prstGeom prst="rect">
            <a:avLst/>
          </a:prstGeom>
          <a:pattFill prst="wdUpDiag">
            <a:fgClr>
              <a:schemeClr val="bg1"/>
            </a:fgClr>
            <a:bgClr>
              <a:schemeClr val="bg1">
                <a:lumMod val="95000"/>
              </a:schemeClr>
            </a:bgClr>
          </a:pattFill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4" name="Content Placeholder 12">
            <a:extLst>
              <a:ext uri="{FF2B5EF4-FFF2-40B4-BE49-F238E27FC236}">
                <a16:creationId xmlns:a16="http://schemas.microsoft.com/office/drawing/2014/main" id="{A538D7C6-CCA5-5312-8DE0-585C228581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1993" y="3789040"/>
            <a:ext cx="2662696" cy="2447925"/>
          </a:xfrm>
          <a:prstGeom prst="rect">
            <a:avLst/>
          </a:prstGeom>
        </p:spPr>
        <p:txBody>
          <a:bodyPr/>
          <a:lstStyle>
            <a:lvl2pPr>
              <a:defRPr sz="1600"/>
            </a:lvl2pPr>
            <a:lvl3pPr>
              <a:defRPr sz="1200"/>
            </a:lvl3pPr>
          </a:lstStyle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5B1420AA-9B77-992A-060B-2ED756FAE0C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359696" y="1341439"/>
            <a:ext cx="2662696" cy="2303585"/>
          </a:xfrm>
          <a:prstGeom prst="rect">
            <a:avLst/>
          </a:prstGeom>
          <a:pattFill prst="wdUpDiag">
            <a:fgClr>
              <a:schemeClr val="bg1"/>
            </a:fgClr>
            <a:bgClr>
              <a:schemeClr val="bg1">
                <a:lumMod val="95000"/>
              </a:schemeClr>
            </a:bgClr>
          </a:pattFill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6" name="Content Placeholder 12">
            <a:extLst>
              <a:ext uri="{FF2B5EF4-FFF2-40B4-BE49-F238E27FC236}">
                <a16:creationId xmlns:a16="http://schemas.microsoft.com/office/drawing/2014/main" id="{9DC6DBE7-0362-1B8D-B55A-D12366128FE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359696" y="3789040"/>
            <a:ext cx="2662696" cy="2447925"/>
          </a:xfrm>
          <a:prstGeom prst="rect">
            <a:avLst/>
          </a:prstGeom>
        </p:spPr>
        <p:txBody>
          <a:bodyPr/>
          <a:lstStyle>
            <a:lvl2pPr>
              <a:defRPr sz="1600"/>
            </a:lvl2pPr>
            <a:lvl3pPr>
              <a:defRPr sz="1200"/>
            </a:lvl3pPr>
          </a:lstStyle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Content Placeholder 8">
            <a:extLst>
              <a:ext uri="{FF2B5EF4-FFF2-40B4-BE49-F238E27FC236}">
                <a16:creationId xmlns:a16="http://schemas.microsoft.com/office/drawing/2014/main" id="{AC6D7779-0A04-433A-AADD-F673DA83603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168008" y="1341439"/>
            <a:ext cx="2662696" cy="2303585"/>
          </a:xfrm>
          <a:prstGeom prst="rect">
            <a:avLst/>
          </a:prstGeom>
          <a:pattFill prst="wdUpDiag">
            <a:fgClr>
              <a:schemeClr val="bg1"/>
            </a:fgClr>
            <a:bgClr>
              <a:schemeClr val="bg1">
                <a:lumMod val="95000"/>
              </a:schemeClr>
            </a:bgClr>
          </a:pattFill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8" name="Content Placeholder 12">
            <a:extLst>
              <a:ext uri="{FF2B5EF4-FFF2-40B4-BE49-F238E27FC236}">
                <a16:creationId xmlns:a16="http://schemas.microsoft.com/office/drawing/2014/main" id="{E0178DD7-BF16-5BF9-E918-F09C9530303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168008" y="3789040"/>
            <a:ext cx="2662696" cy="2447925"/>
          </a:xfrm>
          <a:prstGeom prst="rect">
            <a:avLst/>
          </a:prstGeom>
        </p:spPr>
        <p:txBody>
          <a:bodyPr/>
          <a:lstStyle>
            <a:lvl2pPr>
              <a:defRPr sz="1600"/>
            </a:lvl2pPr>
            <a:lvl3pPr>
              <a:defRPr sz="1200"/>
            </a:lvl3pPr>
          </a:lstStyle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353FA8C-4F39-8E1A-B276-29CBAAB9E300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8976320" y="1341439"/>
            <a:ext cx="2662696" cy="2303585"/>
          </a:xfrm>
          <a:prstGeom prst="rect">
            <a:avLst/>
          </a:prstGeom>
          <a:pattFill prst="wdUpDiag">
            <a:fgClr>
              <a:schemeClr val="bg1"/>
            </a:fgClr>
            <a:bgClr>
              <a:schemeClr val="bg1">
                <a:lumMod val="95000"/>
              </a:schemeClr>
            </a:bgClr>
          </a:pattFill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10" name="Content Placeholder 12">
            <a:extLst>
              <a:ext uri="{FF2B5EF4-FFF2-40B4-BE49-F238E27FC236}">
                <a16:creationId xmlns:a16="http://schemas.microsoft.com/office/drawing/2014/main" id="{0B72A858-C352-B644-C6CA-A5660A13B5F5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8976320" y="3789040"/>
            <a:ext cx="2662696" cy="2447925"/>
          </a:xfrm>
          <a:prstGeom prst="rect">
            <a:avLst/>
          </a:prstGeom>
        </p:spPr>
        <p:txBody>
          <a:bodyPr/>
          <a:lstStyle>
            <a:lvl2pPr>
              <a:defRPr sz="1600"/>
            </a:lvl2pPr>
            <a:lvl3pPr>
              <a:defRPr sz="1200"/>
            </a:lvl3pPr>
          </a:lstStyle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293CA4B5-A409-589F-E668-02866FE19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32712"/>
            <a:ext cx="9937104" cy="50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39664380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6220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sv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svg"/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sv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image" Target="../media/image11.svg"/><Relationship Id="rId5" Type="http://schemas.openxmlformats.org/officeDocument/2006/relationships/slideLayout" Target="../slideLayouts/slideLayout19.xml"/><Relationship Id="rId10" Type="http://schemas.openxmlformats.org/officeDocument/2006/relationships/image" Target="../media/image6.svg"/><Relationship Id="rId4" Type="http://schemas.openxmlformats.org/officeDocument/2006/relationships/slideLayout" Target="../slideLayouts/slideLayout18.xml"/><Relationship Id="rId9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image" Target="../media/image12.svg"/><Relationship Id="rId5" Type="http://schemas.openxmlformats.org/officeDocument/2006/relationships/slideLayout" Target="../slideLayouts/slideLayout27.xml"/><Relationship Id="rId10" Type="http://schemas.openxmlformats.org/officeDocument/2006/relationships/image" Target="../media/image6.svg"/><Relationship Id="rId4" Type="http://schemas.openxmlformats.org/officeDocument/2006/relationships/slideLayout" Target="../slideLayouts/slideLayout26.xml"/><Relationship Id="rId9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3.xml"/><Relationship Id="rId7" Type="http://schemas.openxmlformats.org/officeDocument/2006/relationships/image" Target="../media/image12.svg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6.svg"/><Relationship Id="rId5" Type="http://schemas.openxmlformats.org/officeDocument/2006/relationships/theme" Target="../theme/theme6.xml"/><Relationship Id="rId4" Type="http://schemas.openxmlformats.org/officeDocument/2006/relationships/slideLayout" Target="../slideLayouts/slideLayout34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7.xml"/><Relationship Id="rId7" Type="http://schemas.openxmlformats.org/officeDocument/2006/relationships/image" Target="../media/image11.svg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6.svg"/><Relationship Id="rId5" Type="http://schemas.openxmlformats.org/officeDocument/2006/relationships/theme" Target="../theme/theme7.xml"/><Relationship Id="rId4" Type="http://schemas.openxmlformats.org/officeDocument/2006/relationships/slideLayout" Target="../slideLayouts/slideLayout38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5" Type="http://schemas.openxmlformats.org/officeDocument/2006/relationships/slideLayout" Target="../slideLayouts/slideLayout43.xml"/><Relationship Id="rId10" Type="http://schemas.openxmlformats.org/officeDocument/2006/relationships/theme" Target="../theme/theme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5.xml"/><Relationship Id="rId3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4.xml"/><Relationship Id="rId2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8.xml"/><Relationship Id="rId6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2.xml"/><Relationship Id="rId10" Type="http://schemas.openxmlformats.org/officeDocument/2006/relationships/image" Target="../media/image1.svg"/><Relationship Id="rId4" Type="http://schemas.openxmlformats.org/officeDocument/2006/relationships/slideLayout" Target="../slideLayouts/slideLayout51.xml"/><Relationship Id="rId9" Type="http://schemas.openxmlformats.org/officeDocument/2006/relationships/theme" Target="../theme/theme9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13" Type="http://schemas.openxmlformats.org/officeDocument/2006/relationships/image" Target="../media/image6.svg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10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Relationship Id="rId14" Type="http://schemas.openxmlformats.org/officeDocument/2006/relationships/image" Target="../media/image12.svg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image" Target="../media/image11.svg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image" Target="../media/image6.svg"/><Relationship Id="rId5" Type="http://schemas.openxmlformats.org/officeDocument/2006/relationships/slideLayout" Target="../slideLayouts/slideLayout71.xml"/><Relationship Id="rId10" Type="http://schemas.openxmlformats.org/officeDocument/2006/relationships/theme" Target="../theme/theme11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3.xml"/><Relationship Id="rId3" Type="http://schemas.openxmlformats.org/officeDocument/2006/relationships/slideLayout" Target="../slideLayouts/slideLayout78.xml"/><Relationship Id="rId7" Type="http://schemas.openxmlformats.org/officeDocument/2006/relationships/slideLayout" Target="../slideLayouts/slideLayout82.xml"/><Relationship Id="rId2" Type="http://schemas.openxmlformats.org/officeDocument/2006/relationships/slideLayout" Target="../slideLayouts/slideLayout77.xml"/><Relationship Id="rId1" Type="http://schemas.openxmlformats.org/officeDocument/2006/relationships/slideLayout" Target="../slideLayouts/slideLayout76.xml"/><Relationship Id="rId6" Type="http://schemas.openxmlformats.org/officeDocument/2006/relationships/slideLayout" Target="../slideLayouts/slideLayout81.xml"/><Relationship Id="rId11" Type="http://schemas.openxmlformats.org/officeDocument/2006/relationships/theme" Target="../theme/theme12.xml"/><Relationship Id="rId5" Type="http://schemas.openxmlformats.org/officeDocument/2006/relationships/slideLayout" Target="../slideLayouts/slideLayout80.xml"/><Relationship Id="rId10" Type="http://schemas.openxmlformats.org/officeDocument/2006/relationships/slideLayout" Target="../slideLayouts/slideLayout85.xml"/><Relationship Id="rId4" Type="http://schemas.openxmlformats.org/officeDocument/2006/relationships/slideLayout" Target="../slideLayouts/slideLayout79.xml"/><Relationship Id="rId9" Type="http://schemas.openxmlformats.org/officeDocument/2006/relationships/slideLayout" Target="../slideLayouts/slideLayout84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8.xml"/><Relationship Id="rId2" Type="http://schemas.openxmlformats.org/officeDocument/2006/relationships/slideLayout" Target="../slideLayouts/slideLayout87.xml"/><Relationship Id="rId1" Type="http://schemas.openxmlformats.org/officeDocument/2006/relationships/slideLayout" Target="../slideLayouts/slideLayout86.xml"/><Relationship Id="rId6" Type="http://schemas.openxmlformats.org/officeDocument/2006/relationships/image" Target="../media/image12.svg"/><Relationship Id="rId5" Type="http://schemas.openxmlformats.org/officeDocument/2006/relationships/image" Target="../media/image6.svg"/><Relationship Id="rId4" Type="http://schemas.openxmlformats.org/officeDocument/2006/relationships/theme" Target="../theme/theme13.xml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6.xml"/><Relationship Id="rId3" Type="http://schemas.openxmlformats.org/officeDocument/2006/relationships/slideLayout" Target="../slideLayouts/slideLayout91.xml"/><Relationship Id="rId7" Type="http://schemas.openxmlformats.org/officeDocument/2006/relationships/slideLayout" Target="../slideLayouts/slideLayout95.xml"/><Relationship Id="rId12" Type="http://schemas.openxmlformats.org/officeDocument/2006/relationships/image" Target="../media/image11.svg"/><Relationship Id="rId2" Type="http://schemas.openxmlformats.org/officeDocument/2006/relationships/slideLayout" Target="../slideLayouts/slideLayout90.xml"/><Relationship Id="rId1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4.xml"/><Relationship Id="rId11" Type="http://schemas.openxmlformats.org/officeDocument/2006/relationships/image" Target="../media/image6.svg"/><Relationship Id="rId5" Type="http://schemas.openxmlformats.org/officeDocument/2006/relationships/slideLayout" Target="../slideLayouts/slideLayout93.xml"/><Relationship Id="rId10" Type="http://schemas.openxmlformats.org/officeDocument/2006/relationships/theme" Target="../theme/theme14.xml"/><Relationship Id="rId4" Type="http://schemas.openxmlformats.org/officeDocument/2006/relationships/slideLayout" Target="../slideLayouts/slideLayout92.xml"/><Relationship Id="rId9" Type="http://schemas.openxmlformats.org/officeDocument/2006/relationships/slideLayout" Target="../slideLayouts/slideLayout9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210">
            <a:extLst>
              <a:ext uri="{FF2B5EF4-FFF2-40B4-BE49-F238E27FC236}">
                <a16:creationId xmlns:a16="http://schemas.microsoft.com/office/drawing/2014/main" id="{612007CE-C14C-CD3F-F387-1B6B1B7BE83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238508" y="6237352"/>
            <a:ext cx="1402108" cy="360000"/>
          </a:xfrm>
          <a:prstGeom prst="rect">
            <a:avLst/>
          </a:prstGeom>
        </p:spPr>
      </p:pic>
      <p:sp>
        <p:nvSpPr>
          <p:cNvPr id="9" name="Oval 6">
            <a:extLst>
              <a:ext uri="{FF2B5EF4-FFF2-40B4-BE49-F238E27FC236}">
                <a16:creationId xmlns:a16="http://schemas.microsoft.com/office/drawing/2014/main" id="{5CB3F477-F200-CDEE-D976-F1C3ED766467}"/>
              </a:ext>
            </a:extLst>
          </p:cNvPr>
          <p:cNvSpPr/>
          <p:nvPr userDrawn="1"/>
        </p:nvSpPr>
        <p:spPr>
          <a:xfrm>
            <a:off x="552000" y="6381000"/>
            <a:ext cx="216000" cy="21635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008403F-AE92-BB9F-4FB6-3425C51241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flipH="1">
            <a:off x="550862" y="6381000"/>
            <a:ext cx="216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1">
                <a:solidFill>
                  <a:schemeClr val="tx1"/>
                </a:solidFill>
              </a:defRPr>
            </a:lvl1pPr>
          </a:lstStyle>
          <a:p>
            <a:fld id="{059D0BDF-8BE7-4C3F-9009-83FAF1F2140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40CB2842-E652-2F88-5E14-42466624F0F4}"/>
              </a:ext>
            </a:extLst>
          </p:cNvPr>
          <p:cNvSpPr/>
          <p:nvPr userDrawn="1"/>
        </p:nvSpPr>
        <p:spPr>
          <a:xfrm>
            <a:off x="839416" y="6381000"/>
            <a:ext cx="1512000" cy="216000"/>
          </a:xfrm>
          <a:prstGeom prst="roundRect">
            <a:avLst>
              <a:gd name="adj" fmla="val 50000"/>
            </a:avLst>
          </a:prstGeom>
          <a:noFill/>
          <a:ln w="952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dirty="0">
                <a:solidFill>
                  <a:schemeClr val="tx1"/>
                </a:solidFill>
              </a:rPr>
              <a:t>© Solace   |   Proprietary &amp;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344936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8" r:id="rId1"/>
    <p:sldLayoutId id="2147483770" r:id="rId2"/>
    <p:sldLayoutId id="2147483825" r:id="rId3"/>
    <p:sldLayoutId id="2147483771" r:id="rId4"/>
    <p:sldLayoutId id="2147483823" r:id="rId5"/>
    <p:sldLayoutId id="2147483829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raphic 210">
            <a:extLst>
              <a:ext uri="{FF2B5EF4-FFF2-40B4-BE49-F238E27FC236}">
                <a16:creationId xmlns:a16="http://schemas.microsoft.com/office/drawing/2014/main" id="{6AF4FEA6-CCA3-5154-98D3-775009DADAF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238508" y="6237352"/>
            <a:ext cx="1402108" cy="360000"/>
          </a:xfrm>
          <a:prstGeom prst="rect">
            <a:avLst/>
          </a:prstGeom>
        </p:spPr>
      </p:pic>
      <p:sp>
        <p:nvSpPr>
          <p:cNvPr id="2" name="Oval 6">
            <a:extLst>
              <a:ext uri="{FF2B5EF4-FFF2-40B4-BE49-F238E27FC236}">
                <a16:creationId xmlns:a16="http://schemas.microsoft.com/office/drawing/2014/main" id="{23C93B14-2BC4-6F1C-F985-9458EDC8C2C4}"/>
              </a:ext>
            </a:extLst>
          </p:cNvPr>
          <p:cNvSpPr/>
          <p:nvPr userDrawn="1"/>
        </p:nvSpPr>
        <p:spPr>
          <a:xfrm>
            <a:off x="552000" y="6381000"/>
            <a:ext cx="216000" cy="21635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C8AFE08-F346-56DA-6633-D331DD5D50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flipH="1">
            <a:off x="550862" y="6381000"/>
            <a:ext cx="216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1">
                <a:solidFill>
                  <a:schemeClr val="tx1"/>
                </a:solidFill>
              </a:defRPr>
            </a:lvl1pPr>
          </a:lstStyle>
          <a:p>
            <a:fld id="{059D0BDF-8BE7-4C3F-9009-83FAF1F2140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E802999F-E2F1-0504-F9DB-8FA5C6C39AC4}"/>
              </a:ext>
            </a:extLst>
          </p:cNvPr>
          <p:cNvSpPr/>
          <p:nvPr userDrawn="1"/>
        </p:nvSpPr>
        <p:spPr>
          <a:xfrm>
            <a:off x="839416" y="6381000"/>
            <a:ext cx="1512000" cy="216000"/>
          </a:xfrm>
          <a:prstGeom prst="roundRect">
            <a:avLst>
              <a:gd name="adj" fmla="val 50000"/>
            </a:avLst>
          </a:prstGeom>
          <a:noFill/>
          <a:ln w="952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dirty="0"/>
              <a:t>© Solace   |   Proprietary &amp; Confidential</a:t>
            </a:r>
          </a:p>
        </p:txBody>
      </p:sp>
    </p:spTree>
    <p:extLst>
      <p:ext uri="{BB962C8B-B14F-4D97-AF65-F5344CB8AC3E}">
        <p14:creationId xmlns:p14="http://schemas.microsoft.com/office/powerpoint/2010/main" val="12645526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49" r:id="rId2"/>
    <p:sldLayoutId id="2147483826" r:id="rId3"/>
    <p:sldLayoutId id="2147483650" r:id="rId4"/>
    <p:sldLayoutId id="2147483824" r:id="rId5"/>
    <p:sldLayoutId id="2147483830" r:id="rId6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spcAft>
          <a:spcPts val="600"/>
        </a:spcAft>
        <a:buFont typeface="Arial" panose="020B0604020202020204" pitchFamily="34" charset="0"/>
        <a:buNone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266700" indent="-258763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tabLst>
          <a:tab pos="0" algn="l"/>
        </a:tabLst>
        <a:defRPr sz="1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538163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egoe UI" panose="020B0502040204020203" pitchFamily="34" charset="0"/>
        <a:buChar char="‒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719138" indent="-1524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896938" indent="-144463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egoe UI" panose="020B0502040204020203" pitchFamily="34" charset="0"/>
        <a:buChar char="‒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074738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7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797">
          <p15:clr>
            <a:srgbClr val="F26B43"/>
          </p15:clr>
        </p15:guide>
        <p15:guide id="2" pos="347">
          <p15:clr>
            <a:srgbClr val="F26B43"/>
          </p15:clr>
        </p15:guide>
        <p15:guide id="3" pos="7333">
          <p15:clr>
            <a:srgbClr val="F26B43"/>
          </p15:clr>
        </p15:guide>
        <p15:guide id="4" pos="846">
          <p15:clr>
            <a:srgbClr val="F26B43"/>
          </p15:clr>
        </p15:guide>
        <p15:guide id="5" pos="937">
          <p15:clr>
            <a:srgbClr val="F26B43"/>
          </p15:clr>
        </p15:guide>
        <p15:guide id="6" pos="1436">
          <p15:clr>
            <a:srgbClr val="F26B43"/>
          </p15:clr>
        </p15:guide>
        <p15:guide id="7" pos="1526">
          <p15:clr>
            <a:srgbClr val="F26B43"/>
          </p15:clr>
        </p15:guide>
        <p15:guide id="8" pos="2025">
          <p15:clr>
            <a:srgbClr val="F26B43"/>
          </p15:clr>
        </p15:guide>
        <p15:guide id="9" pos="2115">
          <p15:clr>
            <a:srgbClr val="F26B43"/>
          </p15:clr>
        </p15:guide>
        <p15:guide id="10" pos="2615">
          <p15:clr>
            <a:srgbClr val="F26B43"/>
          </p15:clr>
        </p15:guide>
        <p15:guide id="11" pos="2706">
          <p15:clr>
            <a:srgbClr val="F26B43"/>
          </p15:clr>
        </p15:guide>
        <p15:guide id="12" pos="3205">
          <p15:clr>
            <a:srgbClr val="F26B43"/>
          </p15:clr>
        </p15:guide>
        <p15:guide id="13" pos="3296">
          <p15:clr>
            <a:srgbClr val="F26B43"/>
          </p15:clr>
        </p15:guide>
        <p15:guide id="14" pos="3795">
          <p15:clr>
            <a:srgbClr val="F26B43"/>
          </p15:clr>
        </p15:guide>
        <p15:guide id="15" pos="3885">
          <p15:clr>
            <a:srgbClr val="F26B43"/>
          </p15:clr>
        </p15:guide>
        <p15:guide id="16" pos="4475">
          <p15:clr>
            <a:srgbClr val="F26B43"/>
          </p15:clr>
        </p15:guide>
        <p15:guide id="17" pos="4384">
          <p15:clr>
            <a:srgbClr val="F26B43"/>
          </p15:clr>
        </p15:guide>
        <p15:guide id="18" pos="4974">
          <p15:clr>
            <a:srgbClr val="F26B43"/>
          </p15:clr>
        </p15:guide>
        <p15:guide id="19" pos="5065">
          <p15:clr>
            <a:srgbClr val="F26B43"/>
          </p15:clr>
        </p15:guide>
        <p15:guide id="20" pos="5564">
          <p15:clr>
            <a:srgbClr val="F26B43"/>
          </p15:clr>
        </p15:guide>
        <p15:guide id="21" pos="5654">
          <p15:clr>
            <a:srgbClr val="F26B43"/>
          </p15:clr>
        </p15:guide>
        <p15:guide id="22" pos="6153">
          <p15:clr>
            <a:srgbClr val="F26B43"/>
          </p15:clr>
        </p15:guide>
        <p15:guide id="23" pos="6244">
          <p15:clr>
            <a:srgbClr val="F26B43"/>
          </p15:clr>
        </p15:guide>
        <p15:guide id="24" pos="6743">
          <p15:clr>
            <a:srgbClr val="F26B43"/>
          </p15:clr>
        </p15:guide>
        <p15:guide id="25" pos="6834">
          <p15:clr>
            <a:srgbClr val="F26B43"/>
          </p15:clr>
        </p15:guide>
        <p15:guide id="26" orient="horz" pos="1706">
          <p15:clr>
            <a:srgbClr val="F26B43"/>
          </p15:clr>
        </p15:guide>
        <p15:guide id="27" orient="horz" pos="1117">
          <p15:clr>
            <a:srgbClr val="F26B43"/>
          </p15:clr>
        </p15:guide>
        <p15:guide id="28" orient="horz" pos="1207">
          <p15:clr>
            <a:srgbClr val="F26B43"/>
          </p15:clr>
        </p15:guide>
        <p15:guide id="29" orient="horz" pos="663">
          <p15:clr>
            <a:srgbClr val="F26B43"/>
          </p15:clr>
        </p15:guide>
        <p15:guide id="30" orient="horz" pos="527">
          <p15:clr>
            <a:srgbClr val="F26B43"/>
          </p15:clr>
        </p15:guide>
        <p15:guide id="31" orient="horz" pos="210">
          <p15:clr>
            <a:srgbClr val="F26B43"/>
          </p15:clr>
        </p15:guide>
        <p15:guide id="32" orient="horz" pos="2296">
          <p15:clr>
            <a:srgbClr val="F26B43"/>
          </p15:clr>
        </p15:guide>
        <p15:guide id="33" orient="horz" pos="2387">
          <p15:clr>
            <a:srgbClr val="F26B43"/>
          </p15:clr>
        </p15:guide>
        <p15:guide id="34" orient="horz" pos="2886">
          <p15:clr>
            <a:srgbClr val="F26B43"/>
          </p15:clr>
        </p15:guide>
        <p15:guide id="35" orient="horz" pos="2976">
          <p15:clr>
            <a:srgbClr val="F26B43"/>
          </p15:clr>
        </p15:guide>
        <p15:guide id="36" orient="horz" pos="3475">
          <p15:clr>
            <a:srgbClr val="F26B43"/>
          </p15:clr>
        </p15:guide>
        <p15:guide id="37" orient="horz" pos="3566">
          <p15:clr>
            <a:srgbClr val="F26B43"/>
          </p15:clr>
        </p15:guide>
        <p15:guide id="38" orient="horz" pos="4065">
          <p15:clr>
            <a:srgbClr val="F26B43"/>
          </p15:clr>
        </p15:guide>
        <p15:guide id="40" orient="horz" pos="4156">
          <p15:clr>
            <a:srgbClr val="F26B43"/>
          </p15:clr>
        </p15:guide>
        <p15:guide id="41" orient="horz" pos="4320">
          <p15:clr>
            <a:srgbClr val="F26B43"/>
          </p15:clr>
        </p15:guide>
        <p15:guide id="42" orient="horz" pos="845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210">
            <a:extLst>
              <a:ext uri="{FF2B5EF4-FFF2-40B4-BE49-F238E27FC236}">
                <a16:creationId xmlns:a16="http://schemas.microsoft.com/office/drawing/2014/main" id="{612007CE-C14C-CD3F-F387-1B6B1B7BE83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38508" y="6237352"/>
            <a:ext cx="1402108" cy="360000"/>
          </a:xfrm>
          <a:prstGeom prst="rect">
            <a:avLst/>
          </a:prstGeom>
        </p:spPr>
      </p:pic>
      <p:sp>
        <p:nvSpPr>
          <p:cNvPr id="9" name="Oval 6">
            <a:extLst>
              <a:ext uri="{FF2B5EF4-FFF2-40B4-BE49-F238E27FC236}">
                <a16:creationId xmlns:a16="http://schemas.microsoft.com/office/drawing/2014/main" id="{5CB3F477-F200-CDEE-D976-F1C3ED766467}"/>
              </a:ext>
            </a:extLst>
          </p:cNvPr>
          <p:cNvSpPr/>
          <p:nvPr userDrawn="1"/>
        </p:nvSpPr>
        <p:spPr>
          <a:xfrm>
            <a:off x="552000" y="6381000"/>
            <a:ext cx="216000" cy="21635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008403F-AE92-BB9F-4FB6-3425C51241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flipH="1">
            <a:off x="550862" y="6381000"/>
            <a:ext cx="216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1">
                <a:solidFill>
                  <a:schemeClr val="tx1"/>
                </a:solidFill>
              </a:defRPr>
            </a:lvl1pPr>
          </a:lstStyle>
          <a:p>
            <a:fld id="{059D0BDF-8BE7-4C3F-9009-83FAF1F2140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40CB2842-E652-2F88-5E14-42466624F0F4}"/>
              </a:ext>
            </a:extLst>
          </p:cNvPr>
          <p:cNvSpPr/>
          <p:nvPr userDrawn="1"/>
        </p:nvSpPr>
        <p:spPr>
          <a:xfrm>
            <a:off x="839416" y="6381000"/>
            <a:ext cx="1512000" cy="216000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bg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dirty="0">
                <a:solidFill>
                  <a:schemeClr val="tx1"/>
                </a:solidFill>
              </a:rPr>
              <a:t>© Solace   |   Proprietary &amp; Confidential</a:t>
            </a:r>
          </a:p>
        </p:txBody>
      </p:sp>
    </p:spTree>
    <p:extLst>
      <p:ext uri="{BB962C8B-B14F-4D97-AF65-F5344CB8AC3E}">
        <p14:creationId xmlns:p14="http://schemas.microsoft.com/office/powerpoint/2010/main" val="31845743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76" r:id="rId1"/>
    <p:sldLayoutId id="2147483774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6">
            <a:extLst>
              <a:ext uri="{FF2B5EF4-FFF2-40B4-BE49-F238E27FC236}">
                <a16:creationId xmlns:a16="http://schemas.microsoft.com/office/drawing/2014/main" id="{23C93B14-2BC4-6F1C-F985-9458EDC8C2C4}"/>
              </a:ext>
            </a:extLst>
          </p:cNvPr>
          <p:cNvSpPr/>
          <p:nvPr userDrawn="1"/>
        </p:nvSpPr>
        <p:spPr>
          <a:xfrm>
            <a:off x="552000" y="6381000"/>
            <a:ext cx="216000" cy="21635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C8AFE08-F346-56DA-6633-D331DD5D50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flipH="1">
            <a:off x="550862" y="6381000"/>
            <a:ext cx="216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1">
                <a:solidFill>
                  <a:schemeClr val="tx1"/>
                </a:solidFill>
              </a:defRPr>
            </a:lvl1pPr>
          </a:lstStyle>
          <a:p>
            <a:fld id="{059D0BDF-8BE7-4C3F-9009-83FAF1F2140A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Graphic 39">
            <a:extLst>
              <a:ext uri="{FF2B5EF4-FFF2-40B4-BE49-F238E27FC236}">
                <a16:creationId xmlns:a16="http://schemas.microsoft.com/office/drawing/2014/main" id="{C7572CF5-E68F-77A9-A9A7-DFE5B529DC1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704512" y="6375697"/>
            <a:ext cx="936103" cy="240350"/>
          </a:xfrm>
          <a:prstGeom prst="rect">
            <a:avLst/>
          </a:prstGeom>
        </p:spPr>
      </p:pic>
      <p:cxnSp>
        <p:nvCxnSpPr>
          <p:cNvPr id="7" name="Straight Connector 2">
            <a:extLst>
              <a:ext uri="{FF2B5EF4-FFF2-40B4-BE49-F238E27FC236}">
                <a16:creationId xmlns:a16="http://schemas.microsoft.com/office/drawing/2014/main" id="{25D3A1D1-8192-D5E4-6E66-11AF825CD8E5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Graphic 14">
            <a:extLst>
              <a:ext uri="{FF2B5EF4-FFF2-40B4-BE49-F238E27FC236}">
                <a16:creationId xmlns:a16="http://schemas.microsoft.com/office/drawing/2014/main" id="{2D56C504-BF9B-8E7A-D679-B147540B24A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t="7453" r="5598"/>
          <a:stretch>
            <a:fillRect/>
          </a:stretch>
        </p:blipFill>
        <p:spPr>
          <a:xfrm>
            <a:off x="10492763" y="-3126"/>
            <a:ext cx="1699237" cy="1052513"/>
          </a:xfrm>
          <a:prstGeom prst="rect">
            <a:avLst/>
          </a:prstGeom>
        </p:spPr>
      </p:pic>
      <p:sp>
        <p:nvSpPr>
          <p:cNvPr id="10" name="矩形: 圓角 9">
            <a:extLst>
              <a:ext uri="{FF2B5EF4-FFF2-40B4-BE49-F238E27FC236}">
                <a16:creationId xmlns:a16="http://schemas.microsoft.com/office/drawing/2014/main" id="{B8EC4F2D-40F1-E827-6A54-1A7DDE324F8E}"/>
              </a:ext>
            </a:extLst>
          </p:cNvPr>
          <p:cNvSpPr/>
          <p:nvPr userDrawn="1"/>
        </p:nvSpPr>
        <p:spPr>
          <a:xfrm>
            <a:off x="839416" y="6381000"/>
            <a:ext cx="1512000" cy="216000"/>
          </a:xfrm>
          <a:prstGeom prst="roundRect">
            <a:avLst>
              <a:gd name="adj" fmla="val 50000"/>
            </a:avLst>
          </a:prstGeom>
          <a:noFill/>
          <a:ln w="952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dirty="0">
                <a:solidFill>
                  <a:schemeClr val="tx1"/>
                </a:solidFill>
              </a:rPr>
              <a:t>© Solace   |   Proprietary &amp; Confidential</a:t>
            </a:r>
          </a:p>
        </p:txBody>
      </p:sp>
    </p:spTree>
    <p:extLst>
      <p:ext uri="{BB962C8B-B14F-4D97-AF65-F5344CB8AC3E}">
        <p14:creationId xmlns:p14="http://schemas.microsoft.com/office/powerpoint/2010/main" val="171560897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spcAft>
          <a:spcPts val="600"/>
        </a:spcAft>
        <a:buFont typeface="Arial" panose="020B0604020202020204" pitchFamily="34" charset="0"/>
        <a:buNone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266700" indent="-258763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tabLst>
          <a:tab pos="0" algn="l"/>
        </a:tabLst>
        <a:defRPr sz="1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538163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egoe UI" panose="020B0502040204020203" pitchFamily="34" charset="0"/>
        <a:buChar char="‒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719138" indent="-1524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896938" indent="-144463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egoe UI" panose="020B0502040204020203" pitchFamily="34" charset="0"/>
        <a:buChar char="‒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074738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7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797">
          <p15:clr>
            <a:srgbClr val="F26B43"/>
          </p15:clr>
        </p15:guide>
        <p15:guide id="2" pos="347">
          <p15:clr>
            <a:srgbClr val="F26B43"/>
          </p15:clr>
        </p15:guide>
        <p15:guide id="3" pos="7333">
          <p15:clr>
            <a:srgbClr val="F26B43"/>
          </p15:clr>
        </p15:guide>
        <p15:guide id="4" pos="846">
          <p15:clr>
            <a:srgbClr val="F26B43"/>
          </p15:clr>
        </p15:guide>
        <p15:guide id="5" pos="937">
          <p15:clr>
            <a:srgbClr val="F26B43"/>
          </p15:clr>
        </p15:guide>
        <p15:guide id="6" pos="1436">
          <p15:clr>
            <a:srgbClr val="F26B43"/>
          </p15:clr>
        </p15:guide>
        <p15:guide id="7" pos="1526">
          <p15:clr>
            <a:srgbClr val="F26B43"/>
          </p15:clr>
        </p15:guide>
        <p15:guide id="8" pos="2025">
          <p15:clr>
            <a:srgbClr val="F26B43"/>
          </p15:clr>
        </p15:guide>
        <p15:guide id="9" pos="2115">
          <p15:clr>
            <a:srgbClr val="F26B43"/>
          </p15:clr>
        </p15:guide>
        <p15:guide id="10" pos="2615">
          <p15:clr>
            <a:srgbClr val="F26B43"/>
          </p15:clr>
        </p15:guide>
        <p15:guide id="11" pos="2706">
          <p15:clr>
            <a:srgbClr val="F26B43"/>
          </p15:clr>
        </p15:guide>
        <p15:guide id="12" pos="3205">
          <p15:clr>
            <a:srgbClr val="F26B43"/>
          </p15:clr>
        </p15:guide>
        <p15:guide id="13" pos="3296">
          <p15:clr>
            <a:srgbClr val="F26B43"/>
          </p15:clr>
        </p15:guide>
        <p15:guide id="14" pos="3795">
          <p15:clr>
            <a:srgbClr val="F26B43"/>
          </p15:clr>
        </p15:guide>
        <p15:guide id="15" pos="3885">
          <p15:clr>
            <a:srgbClr val="F26B43"/>
          </p15:clr>
        </p15:guide>
        <p15:guide id="16" pos="4475">
          <p15:clr>
            <a:srgbClr val="F26B43"/>
          </p15:clr>
        </p15:guide>
        <p15:guide id="17" pos="4384">
          <p15:clr>
            <a:srgbClr val="F26B43"/>
          </p15:clr>
        </p15:guide>
        <p15:guide id="18" pos="4974">
          <p15:clr>
            <a:srgbClr val="F26B43"/>
          </p15:clr>
        </p15:guide>
        <p15:guide id="19" pos="5065">
          <p15:clr>
            <a:srgbClr val="F26B43"/>
          </p15:clr>
        </p15:guide>
        <p15:guide id="20" pos="5564">
          <p15:clr>
            <a:srgbClr val="F26B43"/>
          </p15:clr>
        </p15:guide>
        <p15:guide id="21" pos="5654">
          <p15:clr>
            <a:srgbClr val="F26B43"/>
          </p15:clr>
        </p15:guide>
        <p15:guide id="22" pos="6153">
          <p15:clr>
            <a:srgbClr val="F26B43"/>
          </p15:clr>
        </p15:guide>
        <p15:guide id="23" pos="6244">
          <p15:clr>
            <a:srgbClr val="F26B43"/>
          </p15:clr>
        </p15:guide>
        <p15:guide id="24" pos="6743">
          <p15:clr>
            <a:srgbClr val="F26B43"/>
          </p15:clr>
        </p15:guide>
        <p15:guide id="25" pos="6834">
          <p15:clr>
            <a:srgbClr val="F26B43"/>
          </p15:clr>
        </p15:guide>
        <p15:guide id="26" orient="horz" pos="1706">
          <p15:clr>
            <a:srgbClr val="F26B43"/>
          </p15:clr>
        </p15:guide>
        <p15:guide id="27" orient="horz" pos="1117">
          <p15:clr>
            <a:srgbClr val="F26B43"/>
          </p15:clr>
        </p15:guide>
        <p15:guide id="28" orient="horz" pos="1207">
          <p15:clr>
            <a:srgbClr val="F26B43"/>
          </p15:clr>
        </p15:guide>
        <p15:guide id="29" orient="horz" pos="663">
          <p15:clr>
            <a:srgbClr val="F26B43"/>
          </p15:clr>
        </p15:guide>
        <p15:guide id="30" orient="horz" pos="527">
          <p15:clr>
            <a:srgbClr val="F26B43"/>
          </p15:clr>
        </p15:guide>
        <p15:guide id="31" orient="horz" pos="210">
          <p15:clr>
            <a:srgbClr val="F26B43"/>
          </p15:clr>
        </p15:guide>
        <p15:guide id="32" orient="horz" pos="2296">
          <p15:clr>
            <a:srgbClr val="F26B43"/>
          </p15:clr>
        </p15:guide>
        <p15:guide id="33" orient="horz" pos="2387">
          <p15:clr>
            <a:srgbClr val="F26B43"/>
          </p15:clr>
        </p15:guide>
        <p15:guide id="34" orient="horz" pos="2886">
          <p15:clr>
            <a:srgbClr val="F26B43"/>
          </p15:clr>
        </p15:guide>
        <p15:guide id="35" orient="horz" pos="2976">
          <p15:clr>
            <a:srgbClr val="F26B43"/>
          </p15:clr>
        </p15:guide>
        <p15:guide id="36" orient="horz" pos="3475">
          <p15:clr>
            <a:srgbClr val="F26B43"/>
          </p15:clr>
        </p15:guide>
        <p15:guide id="37" orient="horz" pos="3566">
          <p15:clr>
            <a:srgbClr val="F26B43"/>
          </p15:clr>
        </p15:guide>
        <p15:guide id="38" orient="horz" pos="4065">
          <p15:clr>
            <a:srgbClr val="F26B43"/>
          </p15:clr>
        </p15:guide>
        <p15:guide id="40" orient="horz" pos="4156">
          <p15:clr>
            <a:srgbClr val="F26B43"/>
          </p15:clr>
        </p15:guide>
        <p15:guide id="41" orient="horz" pos="4320">
          <p15:clr>
            <a:srgbClr val="F26B43"/>
          </p15:clr>
        </p15:guide>
        <p15:guide id="42" orient="horz" pos="845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6">
            <a:extLst>
              <a:ext uri="{FF2B5EF4-FFF2-40B4-BE49-F238E27FC236}">
                <a16:creationId xmlns:a16="http://schemas.microsoft.com/office/drawing/2014/main" id="{23C93B14-2BC4-6F1C-F985-9458EDC8C2C4}"/>
              </a:ext>
            </a:extLst>
          </p:cNvPr>
          <p:cNvSpPr/>
          <p:nvPr userDrawn="1"/>
        </p:nvSpPr>
        <p:spPr>
          <a:xfrm>
            <a:off x="552000" y="6381000"/>
            <a:ext cx="216000" cy="21635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C8AFE08-F346-56DA-6633-D331DD5D50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flipH="1">
            <a:off x="550862" y="6381000"/>
            <a:ext cx="216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1">
                <a:solidFill>
                  <a:schemeClr val="tx1"/>
                </a:solidFill>
              </a:defRPr>
            </a:lvl1pPr>
          </a:lstStyle>
          <a:p>
            <a:fld id="{059D0BDF-8BE7-4C3F-9009-83FAF1F2140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E802999F-E2F1-0504-F9DB-8FA5C6C39AC4}"/>
              </a:ext>
            </a:extLst>
          </p:cNvPr>
          <p:cNvSpPr/>
          <p:nvPr userDrawn="1"/>
        </p:nvSpPr>
        <p:spPr>
          <a:xfrm>
            <a:off x="839416" y="6381000"/>
            <a:ext cx="1512000" cy="216000"/>
          </a:xfrm>
          <a:prstGeom prst="roundRect">
            <a:avLst>
              <a:gd name="adj" fmla="val 50000"/>
            </a:avLst>
          </a:prstGeom>
          <a:noFill/>
          <a:ln w="952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dirty="0"/>
              <a:t>© Solace   |   Proprietary &amp; Confidential</a:t>
            </a:r>
          </a:p>
        </p:txBody>
      </p:sp>
      <p:pic>
        <p:nvPicPr>
          <p:cNvPr id="3" name="Graphic 39">
            <a:extLst>
              <a:ext uri="{FF2B5EF4-FFF2-40B4-BE49-F238E27FC236}">
                <a16:creationId xmlns:a16="http://schemas.microsoft.com/office/drawing/2014/main" id="{C7572CF5-E68F-77A9-A9A7-DFE5B529DC1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704512" y="6375697"/>
            <a:ext cx="936103" cy="240350"/>
          </a:xfrm>
          <a:prstGeom prst="rect">
            <a:avLst/>
          </a:prstGeom>
        </p:spPr>
      </p:pic>
      <p:cxnSp>
        <p:nvCxnSpPr>
          <p:cNvPr id="7" name="Straight Connector 2">
            <a:extLst>
              <a:ext uri="{FF2B5EF4-FFF2-40B4-BE49-F238E27FC236}">
                <a16:creationId xmlns:a16="http://schemas.microsoft.com/office/drawing/2014/main" id="{25D3A1D1-8192-D5E4-6E66-11AF825CD8E5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Graphic 6">
            <a:extLst>
              <a:ext uri="{FF2B5EF4-FFF2-40B4-BE49-F238E27FC236}">
                <a16:creationId xmlns:a16="http://schemas.microsoft.com/office/drawing/2014/main" id="{FC5C526D-3BB8-826B-07B3-C5AA97B07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0"/>
            <a:ext cx="1704000" cy="1052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604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0" r:id="rId1"/>
    <p:sldLayoutId id="2147483791" r:id="rId2"/>
    <p:sldLayoutId id="2147483792" r:id="rId3"/>
    <p:sldLayoutId id="2147483793" r:id="rId4"/>
    <p:sldLayoutId id="2147483794" r:id="rId5"/>
    <p:sldLayoutId id="2147483795" r:id="rId6"/>
    <p:sldLayoutId id="2147483796" r:id="rId7"/>
    <p:sldLayoutId id="2147483797" r:id="rId8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spcAft>
          <a:spcPts val="600"/>
        </a:spcAft>
        <a:buFont typeface="Arial" panose="020B0604020202020204" pitchFamily="34" charset="0"/>
        <a:buNone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266700" indent="-258763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tabLst>
          <a:tab pos="0" algn="l"/>
        </a:tabLst>
        <a:defRPr sz="1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538163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egoe UI" panose="020B0502040204020203" pitchFamily="34" charset="0"/>
        <a:buChar char="‒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719138" indent="-1524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896938" indent="-144463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egoe UI" panose="020B0502040204020203" pitchFamily="34" charset="0"/>
        <a:buChar char="‒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074738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7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797">
          <p15:clr>
            <a:srgbClr val="F26B43"/>
          </p15:clr>
        </p15:guide>
        <p15:guide id="2" pos="347">
          <p15:clr>
            <a:srgbClr val="F26B43"/>
          </p15:clr>
        </p15:guide>
        <p15:guide id="3" pos="7333">
          <p15:clr>
            <a:srgbClr val="F26B43"/>
          </p15:clr>
        </p15:guide>
        <p15:guide id="4" pos="846">
          <p15:clr>
            <a:srgbClr val="F26B43"/>
          </p15:clr>
        </p15:guide>
        <p15:guide id="5" pos="937">
          <p15:clr>
            <a:srgbClr val="F26B43"/>
          </p15:clr>
        </p15:guide>
        <p15:guide id="6" pos="1436">
          <p15:clr>
            <a:srgbClr val="F26B43"/>
          </p15:clr>
        </p15:guide>
        <p15:guide id="7" pos="1526">
          <p15:clr>
            <a:srgbClr val="F26B43"/>
          </p15:clr>
        </p15:guide>
        <p15:guide id="8" pos="2025">
          <p15:clr>
            <a:srgbClr val="F26B43"/>
          </p15:clr>
        </p15:guide>
        <p15:guide id="9" pos="2115">
          <p15:clr>
            <a:srgbClr val="F26B43"/>
          </p15:clr>
        </p15:guide>
        <p15:guide id="10" pos="2615">
          <p15:clr>
            <a:srgbClr val="F26B43"/>
          </p15:clr>
        </p15:guide>
        <p15:guide id="11" pos="2706">
          <p15:clr>
            <a:srgbClr val="F26B43"/>
          </p15:clr>
        </p15:guide>
        <p15:guide id="12" pos="3205">
          <p15:clr>
            <a:srgbClr val="F26B43"/>
          </p15:clr>
        </p15:guide>
        <p15:guide id="13" pos="3296">
          <p15:clr>
            <a:srgbClr val="F26B43"/>
          </p15:clr>
        </p15:guide>
        <p15:guide id="14" pos="3795">
          <p15:clr>
            <a:srgbClr val="F26B43"/>
          </p15:clr>
        </p15:guide>
        <p15:guide id="15" pos="3885">
          <p15:clr>
            <a:srgbClr val="F26B43"/>
          </p15:clr>
        </p15:guide>
        <p15:guide id="16" pos="4475">
          <p15:clr>
            <a:srgbClr val="F26B43"/>
          </p15:clr>
        </p15:guide>
        <p15:guide id="17" pos="4384">
          <p15:clr>
            <a:srgbClr val="F26B43"/>
          </p15:clr>
        </p15:guide>
        <p15:guide id="18" pos="4974">
          <p15:clr>
            <a:srgbClr val="F26B43"/>
          </p15:clr>
        </p15:guide>
        <p15:guide id="19" pos="5065">
          <p15:clr>
            <a:srgbClr val="F26B43"/>
          </p15:clr>
        </p15:guide>
        <p15:guide id="20" pos="5564">
          <p15:clr>
            <a:srgbClr val="F26B43"/>
          </p15:clr>
        </p15:guide>
        <p15:guide id="21" pos="5654">
          <p15:clr>
            <a:srgbClr val="F26B43"/>
          </p15:clr>
        </p15:guide>
        <p15:guide id="22" pos="6153">
          <p15:clr>
            <a:srgbClr val="F26B43"/>
          </p15:clr>
        </p15:guide>
        <p15:guide id="23" pos="6244">
          <p15:clr>
            <a:srgbClr val="F26B43"/>
          </p15:clr>
        </p15:guide>
        <p15:guide id="24" pos="6743">
          <p15:clr>
            <a:srgbClr val="F26B43"/>
          </p15:clr>
        </p15:guide>
        <p15:guide id="25" pos="6834">
          <p15:clr>
            <a:srgbClr val="F26B43"/>
          </p15:clr>
        </p15:guide>
        <p15:guide id="26" orient="horz" pos="1706">
          <p15:clr>
            <a:srgbClr val="F26B43"/>
          </p15:clr>
        </p15:guide>
        <p15:guide id="27" orient="horz" pos="1117">
          <p15:clr>
            <a:srgbClr val="F26B43"/>
          </p15:clr>
        </p15:guide>
        <p15:guide id="28" orient="horz" pos="1207">
          <p15:clr>
            <a:srgbClr val="F26B43"/>
          </p15:clr>
        </p15:guide>
        <p15:guide id="29" orient="horz" pos="663">
          <p15:clr>
            <a:srgbClr val="F26B43"/>
          </p15:clr>
        </p15:guide>
        <p15:guide id="30" orient="horz" pos="527">
          <p15:clr>
            <a:srgbClr val="F26B43"/>
          </p15:clr>
        </p15:guide>
        <p15:guide id="31" orient="horz" pos="210">
          <p15:clr>
            <a:srgbClr val="F26B43"/>
          </p15:clr>
        </p15:guide>
        <p15:guide id="32" orient="horz" pos="2296">
          <p15:clr>
            <a:srgbClr val="F26B43"/>
          </p15:clr>
        </p15:guide>
        <p15:guide id="33" orient="horz" pos="2387">
          <p15:clr>
            <a:srgbClr val="F26B43"/>
          </p15:clr>
        </p15:guide>
        <p15:guide id="34" orient="horz" pos="2886">
          <p15:clr>
            <a:srgbClr val="F26B43"/>
          </p15:clr>
        </p15:guide>
        <p15:guide id="35" orient="horz" pos="2976">
          <p15:clr>
            <a:srgbClr val="F26B43"/>
          </p15:clr>
        </p15:guide>
        <p15:guide id="36" orient="horz" pos="3475">
          <p15:clr>
            <a:srgbClr val="F26B43"/>
          </p15:clr>
        </p15:guide>
        <p15:guide id="37" orient="horz" pos="3566">
          <p15:clr>
            <a:srgbClr val="F26B43"/>
          </p15:clr>
        </p15:guide>
        <p15:guide id="38" orient="horz" pos="4065">
          <p15:clr>
            <a:srgbClr val="F26B43"/>
          </p15:clr>
        </p15:guide>
        <p15:guide id="40" orient="horz" pos="4156">
          <p15:clr>
            <a:srgbClr val="F26B43"/>
          </p15:clr>
        </p15:guide>
        <p15:guide id="41" orient="horz" pos="4320">
          <p15:clr>
            <a:srgbClr val="F26B43"/>
          </p15:clr>
        </p15:guide>
        <p15:guide id="42" orient="horz" pos="845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21F86B21-E1A4-517A-A7BF-C72E28F48DDB}"/>
              </a:ext>
            </a:extLst>
          </p:cNvPr>
          <p:cNvSpPr/>
          <p:nvPr userDrawn="1"/>
        </p:nvSpPr>
        <p:spPr>
          <a:xfrm>
            <a:off x="0" y="1052513"/>
            <a:ext cx="6085350" cy="58054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val 6">
            <a:extLst>
              <a:ext uri="{FF2B5EF4-FFF2-40B4-BE49-F238E27FC236}">
                <a16:creationId xmlns:a16="http://schemas.microsoft.com/office/drawing/2014/main" id="{23C93B14-2BC4-6F1C-F985-9458EDC8C2C4}"/>
              </a:ext>
            </a:extLst>
          </p:cNvPr>
          <p:cNvSpPr/>
          <p:nvPr userDrawn="1"/>
        </p:nvSpPr>
        <p:spPr>
          <a:xfrm>
            <a:off x="552000" y="6381000"/>
            <a:ext cx="216000" cy="21635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C8AFE08-F346-56DA-6633-D331DD5D50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flipH="1">
            <a:off x="550862" y="6381000"/>
            <a:ext cx="216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1">
                <a:solidFill>
                  <a:schemeClr val="tx1"/>
                </a:solidFill>
              </a:defRPr>
            </a:lvl1pPr>
          </a:lstStyle>
          <a:p>
            <a:fld id="{059D0BDF-8BE7-4C3F-9009-83FAF1F2140A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Graphic 39">
            <a:extLst>
              <a:ext uri="{FF2B5EF4-FFF2-40B4-BE49-F238E27FC236}">
                <a16:creationId xmlns:a16="http://schemas.microsoft.com/office/drawing/2014/main" id="{C7572CF5-E68F-77A9-A9A7-DFE5B529DC1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04512" y="6375697"/>
            <a:ext cx="936103" cy="240350"/>
          </a:xfrm>
          <a:prstGeom prst="rect">
            <a:avLst/>
          </a:prstGeom>
        </p:spPr>
      </p:pic>
      <p:pic>
        <p:nvPicPr>
          <p:cNvPr id="8" name="Graphic 6">
            <a:extLst>
              <a:ext uri="{FF2B5EF4-FFF2-40B4-BE49-F238E27FC236}">
                <a16:creationId xmlns:a16="http://schemas.microsoft.com/office/drawing/2014/main" id="{804AB3EB-8FAA-3E2E-0469-AF42B5892A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0"/>
            <a:ext cx="1704000" cy="1052513"/>
          </a:xfrm>
          <a:prstGeom prst="rect">
            <a:avLst/>
          </a:prstGeom>
        </p:spPr>
      </p:pic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900B1AD7-A93F-99DB-7A1F-EB8691B703F8}"/>
              </a:ext>
            </a:extLst>
          </p:cNvPr>
          <p:cNvSpPr/>
          <p:nvPr userDrawn="1"/>
        </p:nvSpPr>
        <p:spPr>
          <a:xfrm>
            <a:off x="839416" y="6381000"/>
            <a:ext cx="1512000" cy="216000"/>
          </a:xfrm>
          <a:prstGeom prst="roundRect">
            <a:avLst>
              <a:gd name="adj" fmla="val 50000"/>
            </a:avLst>
          </a:prstGeom>
          <a:noFill/>
          <a:ln w="952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dirty="0">
                <a:solidFill>
                  <a:schemeClr val="bg1"/>
                </a:solidFill>
              </a:rPr>
              <a:t>© Solace   |   Proprietary &amp; Confidential</a:t>
            </a:r>
          </a:p>
        </p:txBody>
      </p:sp>
    </p:spTree>
    <p:extLst>
      <p:ext uri="{BB962C8B-B14F-4D97-AF65-F5344CB8AC3E}">
        <p14:creationId xmlns:p14="http://schemas.microsoft.com/office/powerpoint/2010/main" val="2214627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3" r:id="rId1"/>
    <p:sldLayoutId id="2147483811" r:id="rId2"/>
    <p:sldLayoutId id="2147483809" r:id="rId3"/>
    <p:sldLayoutId id="2147483827" r:id="rId4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spcAft>
          <a:spcPts val="600"/>
        </a:spcAft>
        <a:buFont typeface="Arial" panose="020B0604020202020204" pitchFamily="34" charset="0"/>
        <a:buNone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266700" indent="-258763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tabLst>
          <a:tab pos="0" algn="l"/>
        </a:tabLst>
        <a:defRPr sz="1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538163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egoe UI" panose="020B0502040204020203" pitchFamily="34" charset="0"/>
        <a:buChar char="‒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719138" indent="-1524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896938" indent="-144463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egoe UI" panose="020B0502040204020203" pitchFamily="34" charset="0"/>
        <a:buChar char="‒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074738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7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797">
          <p15:clr>
            <a:srgbClr val="F26B43"/>
          </p15:clr>
        </p15:guide>
        <p15:guide id="2" pos="347">
          <p15:clr>
            <a:srgbClr val="F26B43"/>
          </p15:clr>
        </p15:guide>
        <p15:guide id="3" pos="7333">
          <p15:clr>
            <a:srgbClr val="F26B43"/>
          </p15:clr>
        </p15:guide>
        <p15:guide id="4" pos="846">
          <p15:clr>
            <a:srgbClr val="F26B43"/>
          </p15:clr>
        </p15:guide>
        <p15:guide id="5" pos="937">
          <p15:clr>
            <a:srgbClr val="F26B43"/>
          </p15:clr>
        </p15:guide>
        <p15:guide id="6" pos="1436">
          <p15:clr>
            <a:srgbClr val="F26B43"/>
          </p15:clr>
        </p15:guide>
        <p15:guide id="7" pos="1526">
          <p15:clr>
            <a:srgbClr val="F26B43"/>
          </p15:clr>
        </p15:guide>
        <p15:guide id="8" pos="2025">
          <p15:clr>
            <a:srgbClr val="F26B43"/>
          </p15:clr>
        </p15:guide>
        <p15:guide id="9" pos="2115">
          <p15:clr>
            <a:srgbClr val="F26B43"/>
          </p15:clr>
        </p15:guide>
        <p15:guide id="10" pos="2615">
          <p15:clr>
            <a:srgbClr val="F26B43"/>
          </p15:clr>
        </p15:guide>
        <p15:guide id="11" pos="2706">
          <p15:clr>
            <a:srgbClr val="F26B43"/>
          </p15:clr>
        </p15:guide>
        <p15:guide id="12" pos="3205">
          <p15:clr>
            <a:srgbClr val="F26B43"/>
          </p15:clr>
        </p15:guide>
        <p15:guide id="13" pos="3296">
          <p15:clr>
            <a:srgbClr val="F26B43"/>
          </p15:clr>
        </p15:guide>
        <p15:guide id="14" pos="3795">
          <p15:clr>
            <a:srgbClr val="F26B43"/>
          </p15:clr>
        </p15:guide>
        <p15:guide id="15" pos="3885">
          <p15:clr>
            <a:srgbClr val="F26B43"/>
          </p15:clr>
        </p15:guide>
        <p15:guide id="16" pos="4475">
          <p15:clr>
            <a:srgbClr val="F26B43"/>
          </p15:clr>
        </p15:guide>
        <p15:guide id="17" pos="4384">
          <p15:clr>
            <a:srgbClr val="F26B43"/>
          </p15:clr>
        </p15:guide>
        <p15:guide id="18" pos="4974">
          <p15:clr>
            <a:srgbClr val="F26B43"/>
          </p15:clr>
        </p15:guide>
        <p15:guide id="19" pos="5065">
          <p15:clr>
            <a:srgbClr val="F26B43"/>
          </p15:clr>
        </p15:guide>
        <p15:guide id="20" pos="5564">
          <p15:clr>
            <a:srgbClr val="F26B43"/>
          </p15:clr>
        </p15:guide>
        <p15:guide id="21" pos="5654">
          <p15:clr>
            <a:srgbClr val="F26B43"/>
          </p15:clr>
        </p15:guide>
        <p15:guide id="22" pos="6153">
          <p15:clr>
            <a:srgbClr val="F26B43"/>
          </p15:clr>
        </p15:guide>
        <p15:guide id="23" pos="6244">
          <p15:clr>
            <a:srgbClr val="F26B43"/>
          </p15:clr>
        </p15:guide>
        <p15:guide id="24" pos="6743">
          <p15:clr>
            <a:srgbClr val="F26B43"/>
          </p15:clr>
        </p15:guide>
        <p15:guide id="25" pos="6834">
          <p15:clr>
            <a:srgbClr val="F26B43"/>
          </p15:clr>
        </p15:guide>
        <p15:guide id="26" orient="horz" pos="1706">
          <p15:clr>
            <a:srgbClr val="F26B43"/>
          </p15:clr>
        </p15:guide>
        <p15:guide id="27" orient="horz" pos="1117">
          <p15:clr>
            <a:srgbClr val="F26B43"/>
          </p15:clr>
        </p15:guide>
        <p15:guide id="28" orient="horz" pos="1207">
          <p15:clr>
            <a:srgbClr val="F26B43"/>
          </p15:clr>
        </p15:guide>
        <p15:guide id="29" orient="horz" pos="663">
          <p15:clr>
            <a:srgbClr val="F26B43"/>
          </p15:clr>
        </p15:guide>
        <p15:guide id="30" orient="horz" pos="527">
          <p15:clr>
            <a:srgbClr val="F26B43"/>
          </p15:clr>
        </p15:guide>
        <p15:guide id="31" orient="horz" pos="210">
          <p15:clr>
            <a:srgbClr val="F26B43"/>
          </p15:clr>
        </p15:guide>
        <p15:guide id="32" orient="horz" pos="2296">
          <p15:clr>
            <a:srgbClr val="F26B43"/>
          </p15:clr>
        </p15:guide>
        <p15:guide id="33" orient="horz" pos="2387">
          <p15:clr>
            <a:srgbClr val="F26B43"/>
          </p15:clr>
        </p15:guide>
        <p15:guide id="34" orient="horz" pos="2886">
          <p15:clr>
            <a:srgbClr val="F26B43"/>
          </p15:clr>
        </p15:guide>
        <p15:guide id="35" orient="horz" pos="2976">
          <p15:clr>
            <a:srgbClr val="F26B43"/>
          </p15:clr>
        </p15:guide>
        <p15:guide id="36" orient="horz" pos="3475">
          <p15:clr>
            <a:srgbClr val="F26B43"/>
          </p15:clr>
        </p15:guide>
        <p15:guide id="37" orient="horz" pos="3566">
          <p15:clr>
            <a:srgbClr val="F26B43"/>
          </p15:clr>
        </p15:guide>
        <p15:guide id="38" orient="horz" pos="4065">
          <p15:clr>
            <a:srgbClr val="F26B43"/>
          </p15:clr>
        </p15:guide>
        <p15:guide id="40" orient="horz" pos="4156">
          <p15:clr>
            <a:srgbClr val="F26B43"/>
          </p15:clr>
        </p15:guide>
        <p15:guide id="41" orient="horz" pos="4320">
          <p15:clr>
            <a:srgbClr val="F26B43"/>
          </p15:clr>
        </p15:guide>
        <p15:guide id="42" orient="horz" pos="845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3">
            <a:extLst>
              <a:ext uri="{FF2B5EF4-FFF2-40B4-BE49-F238E27FC236}">
                <a16:creationId xmlns:a16="http://schemas.microsoft.com/office/drawing/2014/main" id="{9902590A-CC94-B9B0-83B1-AAA0269C1F97}"/>
              </a:ext>
            </a:extLst>
          </p:cNvPr>
          <p:cNvSpPr/>
          <p:nvPr userDrawn="1"/>
        </p:nvSpPr>
        <p:spPr>
          <a:xfrm>
            <a:off x="6096000" y="1"/>
            <a:ext cx="609600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val 6">
            <a:extLst>
              <a:ext uri="{FF2B5EF4-FFF2-40B4-BE49-F238E27FC236}">
                <a16:creationId xmlns:a16="http://schemas.microsoft.com/office/drawing/2014/main" id="{23C93B14-2BC4-6F1C-F985-9458EDC8C2C4}"/>
              </a:ext>
            </a:extLst>
          </p:cNvPr>
          <p:cNvSpPr/>
          <p:nvPr userDrawn="1"/>
        </p:nvSpPr>
        <p:spPr>
          <a:xfrm>
            <a:off x="552000" y="6381000"/>
            <a:ext cx="216000" cy="21635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C8AFE08-F346-56DA-6633-D331DD5D50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flipH="1">
            <a:off x="550862" y="6381000"/>
            <a:ext cx="216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1">
                <a:solidFill>
                  <a:schemeClr val="tx1"/>
                </a:solidFill>
              </a:defRPr>
            </a:lvl1pPr>
          </a:lstStyle>
          <a:p>
            <a:fld id="{059D0BDF-8BE7-4C3F-9009-83FAF1F2140A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Graphic 39">
            <a:extLst>
              <a:ext uri="{FF2B5EF4-FFF2-40B4-BE49-F238E27FC236}">
                <a16:creationId xmlns:a16="http://schemas.microsoft.com/office/drawing/2014/main" id="{C7572CF5-E68F-77A9-A9A7-DFE5B529DC1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04512" y="6375697"/>
            <a:ext cx="936103" cy="240350"/>
          </a:xfrm>
          <a:prstGeom prst="rect">
            <a:avLst/>
          </a:prstGeom>
        </p:spPr>
      </p:pic>
      <p:cxnSp>
        <p:nvCxnSpPr>
          <p:cNvPr id="10" name="Straight Connector 4">
            <a:extLst>
              <a:ext uri="{FF2B5EF4-FFF2-40B4-BE49-F238E27FC236}">
                <a16:creationId xmlns:a16="http://schemas.microsoft.com/office/drawing/2014/main" id="{821BB371-4F29-EEE0-7006-23D1F81D4935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1052513"/>
            <a:ext cx="3214688" cy="487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Graphic 18">
            <a:extLst>
              <a:ext uri="{FF2B5EF4-FFF2-40B4-BE49-F238E27FC236}">
                <a16:creationId xmlns:a16="http://schemas.microsoft.com/office/drawing/2014/main" id="{5255562E-3977-EE04-C9D6-6173AFBA8F0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7453" r="5598"/>
          <a:stretch>
            <a:fillRect/>
          </a:stretch>
        </p:blipFill>
        <p:spPr>
          <a:xfrm>
            <a:off x="10492763" y="-3126"/>
            <a:ext cx="1699237" cy="1052513"/>
          </a:xfrm>
          <a:prstGeom prst="rect">
            <a:avLst/>
          </a:prstGeom>
        </p:spPr>
      </p:pic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9456A45E-BDD8-545F-4FF4-E13EAA29349D}"/>
              </a:ext>
            </a:extLst>
          </p:cNvPr>
          <p:cNvSpPr/>
          <p:nvPr userDrawn="1"/>
        </p:nvSpPr>
        <p:spPr>
          <a:xfrm>
            <a:off x="839416" y="6381000"/>
            <a:ext cx="1512000" cy="216000"/>
          </a:xfrm>
          <a:prstGeom prst="roundRect">
            <a:avLst>
              <a:gd name="adj" fmla="val 50000"/>
            </a:avLst>
          </a:prstGeom>
          <a:noFill/>
          <a:ln w="952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dirty="0"/>
              <a:t>© Solace   |   Proprietary &amp; Confidential</a:t>
            </a:r>
          </a:p>
        </p:txBody>
      </p:sp>
    </p:spTree>
    <p:extLst>
      <p:ext uri="{BB962C8B-B14F-4D97-AF65-F5344CB8AC3E}">
        <p14:creationId xmlns:p14="http://schemas.microsoft.com/office/powerpoint/2010/main" val="879494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5" r:id="rId1"/>
    <p:sldLayoutId id="2147483816" r:id="rId2"/>
    <p:sldLayoutId id="2147483817" r:id="rId3"/>
    <p:sldLayoutId id="2147483828" r:id="rId4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spcAft>
          <a:spcPts val="600"/>
        </a:spcAft>
        <a:buFont typeface="Arial" panose="020B0604020202020204" pitchFamily="34" charset="0"/>
        <a:buNone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266700" indent="-258763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tabLst>
          <a:tab pos="0" algn="l"/>
        </a:tabLst>
        <a:defRPr sz="1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538163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egoe UI" panose="020B0502040204020203" pitchFamily="34" charset="0"/>
        <a:buChar char="‒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719138" indent="-1524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896938" indent="-144463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egoe UI" panose="020B0502040204020203" pitchFamily="34" charset="0"/>
        <a:buChar char="‒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074738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7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797">
          <p15:clr>
            <a:srgbClr val="F26B43"/>
          </p15:clr>
        </p15:guide>
        <p15:guide id="2" pos="347">
          <p15:clr>
            <a:srgbClr val="F26B43"/>
          </p15:clr>
        </p15:guide>
        <p15:guide id="3" pos="7333">
          <p15:clr>
            <a:srgbClr val="F26B43"/>
          </p15:clr>
        </p15:guide>
        <p15:guide id="4" pos="846">
          <p15:clr>
            <a:srgbClr val="F26B43"/>
          </p15:clr>
        </p15:guide>
        <p15:guide id="5" pos="937">
          <p15:clr>
            <a:srgbClr val="F26B43"/>
          </p15:clr>
        </p15:guide>
        <p15:guide id="6" pos="1436">
          <p15:clr>
            <a:srgbClr val="F26B43"/>
          </p15:clr>
        </p15:guide>
        <p15:guide id="7" pos="1526">
          <p15:clr>
            <a:srgbClr val="F26B43"/>
          </p15:clr>
        </p15:guide>
        <p15:guide id="8" pos="2025">
          <p15:clr>
            <a:srgbClr val="F26B43"/>
          </p15:clr>
        </p15:guide>
        <p15:guide id="9" pos="2115">
          <p15:clr>
            <a:srgbClr val="F26B43"/>
          </p15:clr>
        </p15:guide>
        <p15:guide id="10" pos="2615">
          <p15:clr>
            <a:srgbClr val="F26B43"/>
          </p15:clr>
        </p15:guide>
        <p15:guide id="11" pos="2706">
          <p15:clr>
            <a:srgbClr val="F26B43"/>
          </p15:clr>
        </p15:guide>
        <p15:guide id="12" pos="3205">
          <p15:clr>
            <a:srgbClr val="F26B43"/>
          </p15:clr>
        </p15:guide>
        <p15:guide id="13" pos="3296">
          <p15:clr>
            <a:srgbClr val="F26B43"/>
          </p15:clr>
        </p15:guide>
        <p15:guide id="14" pos="3795">
          <p15:clr>
            <a:srgbClr val="F26B43"/>
          </p15:clr>
        </p15:guide>
        <p15:guide id="15" pos="3885">
          <p15:clr>
            <a:srgbClr val="F26B43"/>
          </p15:clr>
        </p15:guide>
        <p15:guide id="16" pos="4475">
          <p15:clr>
            <a:srgbClr val="F26B43"/>
          </p15:clr>
        </p15:guide>
        <p15:guide id="17" pos="4384">
          <p15:clr>
            <a:srgbClr val="F26B43"/>
          </p15:clr>
        </p15:guide>
        <p15:guide id="18" pos="4974">
          <p15:clr>
            <a:srgbClr val="F26B43"/>
          </p15:clr>
        </p15:guide>
        <p15:guide id="19" pos="5065">
          <p15:clr>
            <a:srgbClr val="F26B43"/>
          </p15:clr>
        </p15:guide>
        <p15:guide id="20" pos="5564">
          <p15:clr>
            <a:srgbClr val="F26B43"/>
          </p15:clr>
        </p15:guide>
        <p15:guide id="21" pos="5654">
          <p15:clr>
            <a:srgbClr val="F26B43"/>
          </p15:clr>
        </p15:guide>
        <p15:guide id="22" pos="6153">
          <p15:clr>
            <a:srgbClr val="F26B43"/>
          </p15:clr>
        </p15:guide>
        <p15:guide id="23" pos="6244">
          <p15:clr>
            <a:srgbClr val="F26B43"/>
          </p15:clr>
        </p15:guide>
        <p15:guide id="24" pos="6743">
          <p15:clr>
            <a:srgbClr val="F26B43"/>
          </p15:clr>
        </p15:guide>
        <p15:guide id="25" pos="6834">
          <p15:clr>
            <a:srgbClr val="F26B43"/>
          </p15:clr>
        </p15:guide>
        <p15:guide id="26" orient="horz" pos="1706">
          <p15:clr>
            <a:srgbClr val="F26B43"/>
          </p15:clr>
        </p15:guide>
        <p15:guide id="27" orient="horz" pos="1117">
          <p15:clr>
            <a:srgbClr val="F26B43"/>
          </p15:clr>
        </p15:guide>
        <p15:guide id="28" orient="horz" pos="1207">
          <p15:clr>
            <a:srgbClr val="F26B43"/>
          </p15:clr>
        </p15:guide>
        <p15:guide id="29" orient="horz" pos="663">
          <p15:clr>
            <a:srgbClr val="F26B43"/>
          </p15:clr>
        </p15:guide>
        <p15:guide id="30" orient="horz" pos="527">
          <p15:clr>
            <a:srgbClr val="F26B43"/>
          </p15:clr>
        </p15:guide>
        <p15:guide id="31" orient="horz" pos="210">
          <p15:clr>
            <a:srgbClr val="F26B43"/>
          </p15:clr>
        </p15:guide>
        <p15:guide id="32" orient="horz" pos="2296">
          <p15:clr>
            <a:srgbClr val="F26B43"/>
          </p15:clr>
        </p15:guide>
        <p15:guide id="33" orient="horz" pos="2387">
          <p15:clr>
            <a:srgbClr val="F26B43"/>
          </p15:clr>
        </p15:guide>
        <p15:guide id="34" orient="horz" pos="2886">
          <p15:clr>
            <a:srgbClr val="F26B43"/>
          </p15:clr>
        </p15:guide>
        <p15:guide id="35" orient="horz" pos="2976">
          <p15:clr>
            <a:srgbClr val="F26B43"/>
          </p15:clr>
        </p15:guide>
        <p15:guide id="36" orient="horz" pos="3475">
          <p15:clr>
            <a:srgbClr val="F26B43"/>
          </p15:clr>
        </p15:guide>
        <p15:guide id="37" orient="horz" pos="3566">
          <p15:clr>
            <a:srgbClr val="F26B43"/>
          </p15:clr>
        </p15:guide>
        <p15:guide id="38" orient="horz" pos="4065">
          <p15:clr>
            <a:srgbClr val="F26B43"/>
          </p15:clr>
        </p15:guide>
        <p15:guide id="40" orient="horz" pos="4156">
          <p15:clr>
            <a:srgbClr val="F26B43"/>
          </p15:clr>
        </p15:guide>
        <p15:guide id="41" orient="horz" pos="4320">
          <p15:clr>
            <a:srgbClr val="F26B43"/>
          </p15:clr>
        </p15:guide>
        <p15:guide id="42" orient="horz" pos="845">
          <p15:clr>
            <a:srgbClr val="F26B43"/>
          </p15:clr>
        </p15:guide>
      </p15:sldGuideLst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4713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3" r:id="rId1"/>
    <p:sldLayoutId id="2147483831" r:id="rId2"/>
    <p:sldLayoutId id="2147483818" r:id="rId3"/>
    <p:sldLayoutId id="2147483833" r:id="rId4"/>
    <p:sldLayoutId id="2147483819" r:id="rId5"/>
    <p:sldLayoutId id="2147483832" r:id="rId6"/>
    <p:sldLayoutId id="2147483820" r:id="rId7"/>
    <p:sldLayoutId id="2147483834" r:id="rId8"/>
    <p:sldLayoutId id="2147483890" r:id="rId9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spcAft>
          <a:spcPts val="600"/>
        </a:spcAft>
        <a:buFont typeface="Arial" panose="020B0604020202020204" pitchFamily="34" charset="0"/>
        <a:buNone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266700" indent="-258763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tabLst>
          <a:tab pos="0" algn="l"/>
        </a:tabLst>
        <a:defRPr sz="1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538163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egoe UI" panose="020B0502040204020203" pitchFamily="34" charset="0"/>
        <a:buChar char="‒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719138" indent="-1524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896938" indent="-144463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egoe UI" panose="020B0502040204020203" pitchFamily="34" charset="0"/>
        <a:buChar char="‒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074738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7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797">
          <p15:clr>
            <a:srgbClr val="F26B43"/>
          </p15:clr>
        </p15:guide>
        <p15:guide id="2" pos="347">
          <p15:clr>
            <a:srgbClr val="F26B43"/>
          </p15:clr>
        </p15:guide>
        <p15:guide id="3" pos="7333">
          <p15:clr>
            <a:srgbClr val="F26B43"/>
          </p15:clr>
        </p15:guide>
        <p15:guide id="4" pos="846">
          <p15:clr>
            <a:srgbClr val="F26B43"/>
          </p15:clr>
        </p15:guide>
        <p15:guide id="5" pos="937">
          <p15:clr>
            <a:srgbClr val="F26B43"/>
          </p15:clr>
        </p15:guide>
        <p15:guide id="6" pos="1436">
          <p15:clr>
            <a:srgbClr val="F26B43"/>
          </p15:clr>
        </p15:guide>
        <p15:guide id="7" pos="1526">
          <p15:clr>
            <a:srgbClr val="F26B43"/>
          </p15:clr>
        </p15:guide>
        <p15:guide id="8" pos="2025">
          <p15:clr>
            <a:srgbClr val="F26B43"/>
          </p15:clr>
        </p15:guide>
        <p15:guide id="9" pos="2115">
          <p15:clr>
            <a:srgbClr val="F26B43"/>
          </p15:clr>
        </p15:guide>
        <p15:guide id="10" pos="2615">
          <p15:clr>
            <a:srgbClr val="F26B43"/>
          </p15:clr>
        </p15:guide>
        <p15:guide id="11" pos="2706">
          <p15:clr>
            <a:srgbClr val="F26B43"/>
          </p15:clr>
        </p15:guide>
        <p15:guide id="12" pos="3205">
          <p15:clr>
            <a:srgbClr val="F26B43"/>
          </p15:clr>
        </p15:guide>
        <p15:guide id="13" pos="3296">
          <p15:clr>
            <a:srgbClr val="F26B43"/>
          </p15:clr>
        </p15:guide>
        <p15:guide id="14" pos="3795">
          <p15:clr>
            <a:srgbClr val="F26B43"/>
          </p15:clr>
        </p15:guide>
        <p15:guide id="15" pos="3885">
          <p15:clr>
            <a:srgbClr val="F26B43"/>
          </p15:clr>
        </p15:guide>
        <p15:guide id="16" pos="4475">
          <p15:clr>
            <a:srgbClr val="F26B43"/>
          </p15:clr>
        </p15:guide>
        <p15:guide id="17" pos="4384">
          <p15:clr>
            <a:srgbClr val="F26B43"/>
          </p15:clr>
        </p15:guide>
        <p15:guide id="18" pos="4974">
          <p15:clr>
            <a:srgbClr val="F26B43"/>
          </p15:clr>
        </p15:guide>
        <p15:guide id="19" pos="5065">
          <p15:clr>
            <a:srgbClr val="F26B43"/>
          </p15:clr>
        </p15:guide>
        <p15:guide id="20" pos="5564">
          <p15:clr>
            <a:srgbClr val="F26B43"/>
          </p15:clr>
        </p15:guide>
        <p15:guide id="21" pos="5654">
          <p15:clr>
            <a:srgbClr val="F26B43"/>
          </p15:clr>
        </p15:guide>
        <p15:guide id="22" pos="6153">
          <p15:clr>
            <a:srgbClr val="F26B43"/>
          </p15:clr>
        </p15:guide>
        <p15:guide id="23" pos="6244">
          <p15:clr>
            <a:srgbClr val="F26B43"/>
          </p15:clr>
        </p15:guide>
        <p15:guide id="24" pos="6743">
          <p15:clr>
            <a:srgbClr val="F26B43"/>
          </p15:clr>
        </p15:guide>
        <p15:guide id="25" pos="6834">
          <p15:clr>
            <a:srgbClr val="F26B43"/>
          </p15:clr>
        </p15:guide>
        <p15:guide id="26" orient="horz" pos="1706">
          <p15:clr>
            <a:srgbClr val="F26B43"/>
          </p15:clr>
        </p15:guide>
        <p15:guide id="27" orient="horz" pos="1117">
          <p15:clr>
            <a:srgbClr val="F26B43"/>
          </p15:clr>
        </p15:guide>
        <p15:guide id="28" orient="horz" pos="1207">
          <p15:clr>
            <a:srgbClr val="F26B43"/>
          </p15:clr>
        </p15:guide>
        <p15:guide id="29" orient="horz" pos="663">
          <p15:clr>
            <a:srgbClr val="F26B43"/>
          </p15:clr>
        </p15:guide>
        <p15:guide id="30" orient="horz" pos="527">
          <p15:clr>
            <a:srgbClr val="F26B43"/>
          </p15:clr>
        </p15:guide>
        <p15:guide id="31" orient="horz" pos="210">
          <p15:clr>
            <a:srgbClr val="F26B43"/>
          </p15:clr>
        </p15:guide>
        <p15:guide id="32" orient="horz" pos="2296">
          <p15:clr>
            <a:srgbClr val="F26B43"/>
          </p15:clr>
        </p15:guide>
        <p15:guide id="33" orient="horz" pos="2387">
          <p15:clr>
            <a:srgbClr val="F26B43"/>
          </p15:clr>
        </p15:guide>
        <p15:guide id="34" orient="horz" pos="2886">
          <p15:clr>
            <a:srgbClr val="F26B43"/>
          </p15:clr>
        </p15:guide>
        <p15:guide id="35" orient="horz" pos="2976">
          <p15:clr>
            <a:srgbClr val="F26B43"/>
          </p15:clr>
        </p15:guide>
        <p15:guide id="36" orient="horz" pos="3475">
          <p15:clr>
            <a:srgbClr val="F26B43"/>
          </p15:clr>
        </p15:guide>
        <p15:guide id="37" orient="horz" pos="3566">
          <p15:clr>
            <a:srgbClr val="F26B43"/>
          </p15:clr>
        </p15:guide>
        <p15:guide id="38" orient="horz" pos="4065">
          <p15:clr>
            <a:srgbClr val="F26B43"/>
          </p15:clr>
        </p15:guide>
        <p15:guide id="40" orient="horz" pos="4156">
          <p15:clr>
            <a:srgbClr val="F26B43"/>
          </p15:clr>
        </p15:guide>
        <p15:guide id="41" orient="horz" pos="4320">
          <p15:clr>
            <a:srgbClr val="F26B43"/>
          </p15:clr>
        </p15:guide>
        <p15:guide id="42" orient="horz" pos="845">
          <p15:clr>
            <a:srgbClr val="F26B43"/>
          </p15:clr>
        </p15:guide>
      </p15:sldGuideLst>
    </p:ext>
  </p:extLst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210">
            <a:extLst>
              <a:ext uri="{FF2B5EF4-FFF2-40B4-BE49-F238E27FC236}">
                <a16:creationId xmlns:a16="http://schemas.microsoft.com/office/drawing/2014/main" id="{612007CE-C14C-CD3F-F387-1B6B1B7BE83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238508" y="6237352"/>
            <a:ext cx="1402108" cy="360000"/>
          </a:xfrm>
          <a:prstGeom prst="rect">
            <a:avLst/>
          </a:prstGeom>
        </p:spPr>
      </p:pic>
      <p:sp>
        <p:nvSpPr>
          <p:cNvPr id="9" name="Oval 6">
            <a:extLst>
              <a:ext uri="{FF2B5EF4-FFF2-40B4-BE49-F238E27FC236}">
                <a16:creationId xmlns:a16="http://schemas.microsoft.com/office/drawing/2014/main" id="{5CB3F477-F200-CDEE-D976-F1C3ED766467}"/>
              </a:ext>
            </a:extLst>
          </p:cNvPr>
          <p:cNvSpPr/>
          <p:nvPr userDrawn="1"/>
        </p:nvSpPr>
        <p:spPr>
          <a:xfrm>
            <a:off x="552000" y="6381000"/>
            <a:ext cx="216000" cy="21635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008403F-AE92-BB9F-4FB6-3425C51241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flipH="1">
            <a:off x="550862" y="6381000"/>
            <a:ext cx="216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1">
                <a:solidFill>
                  <a:schemeClr val="tx1"/>
                </a:solidFill>
              </a:defRPr>
            </a:lvl1pPr>
          </a:lstStyle>
          <a:p>
            <a:fld id="{059D0BDF-8BE7-4C3F-9009-83FAF1F2140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40CB2842-E652-2F88-5E14-42466624F0F4}"/>
              </a:ext>
            </a:extLst>
          </p:cNvPr>
          <p:cNvSpPr/>
          <p:nvPr userDrawn="1"/>
        </p:nvSpPr>
        <p:spPr>
          <a:xfrm>
            <a:off x="839416" y="6381000"/>
            <a:ext cx="1512000" cy="216000"/>
          </a:xfrm>
          <a:prstGeom prst="roundRect">
            <a:avLst>
              <a:gd name="adj" fmla="val 50000"/>
            </a:avLst>
          </a:prstGeom>
          <a:noFill/>
          <a:ln w="952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dirty="0">
                <a:solidFill>
                  <a:schemeClr val="tx1"/>
                </a:solidFill>
              </a:rPr>
              <a:t>© Solace   |   Proprietary &amp; Confidential</a:t>
            </a:r>
          </a:p>
        </p:txBody>
      </p:sp>
    </p:spTree>
    <p:extLst>
      <p:ext uri="{BB962C8B-B14F-4D97-AF65-F5344CB8AC3E}">
        <p14:creationId xmlns:p14="http://schemas.microsoft.com/office/powerpoint/2010/main" val="154490211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36" r:id="rId1"/>
    <p:sldLayoutId id="2147483837" r:id="rId2"/>
    <p:sldLayoutId id="2147483838" r:id="rId3"/>
    <p:sldLayoutId id="2147483839" r:id="rId4"/>
    <p:sldLayoutId id="2147483840" r:id="rId5"/>
    <p:sldLayoutId id="2147483841" r:id="rId6"/>
    <p:sldLayoutId id="2147483842" r:id="rId7"/>
    <p:sldLayoutId id="2147483891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6">
            <a:extLst>
              <a:ext uri="{FF2B5EF4-FFF2-40B4-BE49-F238E27FC236}">
                <a16:creationId xmlns:a16="http://schemas.microsoft.com/office/drawing/2014/main" id="{23C93B14-2BC4-6F1C-F985-9458EDC8C2C4}"/>
              </a:ext>
            </a:extLst>
          </p:cNvPr>
          <p:cNvSpPr/>
          <p:nvPr userDrawn="1"/>
        </p:nvSpPr>
        <p:spPr>
          <a:xfrm>
            <a:off x="552000" y="6381000"/>
            <a:ext cx="216000" cy="21635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C8AFE08-F346-56DA-6633-D331DD5D50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flipH="1">
            <a:off x="550862" y="6381000"/>
            <a:ext cx="216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1">
                <a:solidFill>
                  <a:schemeClr val="tx1"/>
                </a:solidFill>
              </a:defRPr>
            </a:lvl1pPr>
          </a:lstStyle>
          <a:p>
            <a:fld id="{059D0BDF-8BE7-4C3F-9009-83FAF1F2140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E802999F-E2F1-0504-F9DB-8FA5C6C39AC4}"/>
              </a:ext>
            </a:extLst>
          </p:cNvPr>
          <p:cNvSpPr/>
          <p:nvPr userDrawn="1"/>
        </p:nvSpPr>
        <p:spPr>
          <a:xfrm>
            <a:off x="839416" y="6381000"/>
            <a:ext cx="1512000" cy="216000"/>
          </a:xfrm>
          <a:prstGeom prst="roundRect">
            <a:avLst>
              <a:gd name="adj" fmla="val 50000"/>
            </a:avLst>
          </a:prstGeom>
          <a:noFill/>
          <a:ln w="952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dirty="0"/>
              <a:t>© Solace   |   Proprietary &amp; Confidential</a:t>
            </a:r>
          </a:p>
        </p:txBody>
      </p:sp>
      <p:pic>
        <p:nvPicPr>
          <p:cNvPr id="3" name="Graphic 39">
            <a:extLst>
              <a:ext uri="{FF2B5EF4-FFF2-40B4-BE49-F238E27FC236}">
                <a16:creationId xmlns:a16="http://schemas.microsoft.com/office/drawing/2014/main" id="{C7572CF5-E68F-77A9-A9A7-DFE5B529DC1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704512" y="6375697"/>
            <a:ext cx="936103" cy="240350"/>
          </a:xfrm>
          <a:prstGeom prst="rect">
            <a:avLst/>
          </a:prstGeom>
        </p:spPr>
      </p:pic>
      <p:cxnSp>
        <p:nvCxnSpPr>
          <p:cNvPr id="7" name="Straight Connector 2">
            <a:extLst>
              <a:ext uri="{FF2B5EF4-FFF2-40B4-BE49-F238E27FC236}">
                <a16:creationId xmlns:a16="http://schemas.microsoft.com/office/drawing/2014/main" id="{25D3A1D1-8192-D5E4-6E66-11AF825CD8E5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Graphic 6">
            <a:extLst>
              <a:ext uri="{FF2B5EF4-FFF2-40B4-BE49-F238E27FC236}">
                <a16:creationId xmlns:a16="http://schemas.microsoft.com/office/drawing/2014/main" id="{FC5C526D-3BB8-826B-07B3-C5AA97B07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0"/>
            <a:ext cx="1704000" cy="1052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823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spcAft>
          <a:spcPts val="600"/>
        </a:spcAft>
        <a:buFont typeface="Arial" panose="020B0604020202020204" pitchFamily="34" charset="0"/>
        <a:buNone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266700" indent="-258763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tabLst>
          <a:tab pos="0" algn="l"/>
        </a:tabLst>
        <a:defRPr sz="1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538163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egoe UI" panose="020B0502040204020203" pitchFamily="34" charset="0"/>
        <a:buChar char="‒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719138" indent="-1524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896938" indent="-144463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egoe UI" panose="020B0502040204020203" pitchFamily="34" charset="0"/>
        <a:buChar char="‒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074738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7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797">
          <p15:clr>
            <a:srgbClr val="F26B43"/>
          </p15:clr>
        </p15:guide>
        <p15:guide id="2" pos="347">
          <p15:clr>
            <a:srgbClr val="F26B43"/>
          </p15:clr>
        </p15:guide>
        <p15:guide id="3" pos="7333">
          <p15:clr>
            <a:srgbClr val="F26B43"/>
          </p15:clr>
        </p15:guide>
        <p15:guide id="4" pos="846">
          <p15:clr>
            <a:srgbClr val="F26B43"/>
          </p15:clr>
        </p15:guide>
        <p15:guide id="5" pos="937">
          <p15:clr>
            <a:srgbClr val="F26B43"/>
          </p15:clr>
        </p15:guide>
        <p15:guide id="6" pos="1436">
          <p15:clr>
            <a:srgbClr val="F26B43"/>
          </p15:clr>
        </p15:guide>
        <p15:guide id="7" pos="1526">
          <p15:clr>
            <a:srgbClr val="F26B43"/>
          </p15:clr>
        </p15:guide>
        <p15:guide id="8" pos="2025">
          <p15:clr>
            <a:srgbClr val="F26B43"/>
          </p15:clr>
        </p15:guide>
        <p15:guide id="9" pos="2115">
          <p15:clr>
            <a:srgbClr val="F26B43"/>
          </p15:clr>
        </p15:guide>
        <p15:guide id="10" pos="2615">
          <p15:clr>
            <a:srgbClr val="F26B43"/>
          </p15:clr>
        </p15:guide>
        <p15:guide id="11" pos="2706">
          <p15:clr>
            <a:srgbClr val="F26B43"/>
          </p15:clr>
        </p15:guide>
        <p15:guide id="12" pos="3205">
          <p15:clr>
            <a:srgbClr val="F26B43"/>
          </p15:clr>
        </p15:guide>
        <p15:guide id="13" pos="3296">
          <p15:clr>
            <a:srgbClr val="F26B43"/>
          </p15:clr>
        </p15:guide>
        <p15:guide id="14" pos="3795">
          <p15:clr>
            <a:srgbClr val="F26B43"/>
          </p15:clr>
        </p15:guide>
        <p15:guide id="15" pos="3885">
          <p15:clr>
            <a:srgbClr val="F26B43"/>
          </p15:clr>
        </p15:guide>
        <p15:guide id="16" pos="4475">
          <p15:clr>
            <a:srgbClr val="F26B43"/>
          </p15:clr>
        </p15:guide>
        <p15:guide id="17" pos="4384">
          <p15:clr>
            <a:srgbClr val="F26B43"/>
          </p15:clr>
        </p15:guide>
        <p15:guide id="18" pos="4974">
          <p15:clr>
            <a:srgbClr val="F26B43"/>
          </p15:clr>
        </p15:guide>
        <p15:guide id="19" pos="5065">
          <p15:clr>
            <a:srgbClr val="F26B43"/>
          </p15:clr>
        </p15:guide>
        <p15:guide id="20" pos="5564">
          <p15:clr>
            <a:srgbClr val="F26B43"/>
          </p15:clr>
        </p15:guide>
        <p15:guide id="21" pos="5654">
          <p15:clr>
            <a:srgbClr val="F26B43"/>
          </p15:clr>
        </p15:guide>
        <p15:guide id="22" pos="6153">
          <p15:clr>
            <a:srgbClr val="F26B43"/>
          </p15:clr>
        </p15:guide>
        <p15:guide id="23" pos="6244">
          <p15:clr>
            <a:srgbClr val="F26B43"/>
          </p15:clr>
        </p15:guide>
        <p15:guide id="24" pos="6743">
          <p15:clr>
            <a:srgbClr val="F26B43"/>
          </p15:clr>
        </p15:guide>
        <p15:guide id="25" pos="6834">
          <p15:clr>
            <a:srgbClr val="F26B43"/>
          </p15:clr>
        </p15:guide>
        <p15:guide id="26" orient="horz" pos="1706">
          <p15:clr>
            <a:srgbClr val="F26B43"/>
          </p15:clr>
        </p15:guide>
        <p15:guide id="27" orient="horz" pos="1117">
          <p15:clr>
            <a:srgbClr val="F26B43"/>
          </p15:clr>
        </p15:guide>
        <p15:guide id="28" orient="horz" pos="1207">
          <p15:clr>
            <a:srgbClr val="F26B43"/>
          </p15:clr>
        </p15:guide>
        <p15:guide id="29" orient="horz" pos="663">
          <p15:clr>
            <a:srgbClr val="F26B43"/>
          </p15:clr>
        </p15:guide>
        <p15:guide id="30" orient="horz" pos="527">
          <p15:clr>
            <a:srgbClr val="F26B43"/>
          </p15:clr>
        </p15:guide>
        <p15:guide id="31" orient="horz" pos="210">
          <p15:clr>
            <a:srgbClr val="F26B43"/>
          </p15:clr>
        </p15:guide>
        <p15:guide id="32" orient="horz" pos="2296">
          <p15:clr>
            <a:srgbClr val="F26B43"/>
          </p15:clr>
        </p15:guide>
        <p15:guide id="33" orient="horz" pos="2387">
          <p15:clr>
            <a:srgbClr val="F26B43"/>
          </p15:clr>
        </p15:guide>
        <p15:guide id="34" orient="horz" pos="2886">
          <p15:clr>
            <a:srgbClr val="F26B43"/>
          </p15:clr>
        </p15:guide>
        <p15:guide id="35" orient="horz" pos="2976">
          <p15:clr>
            <a:srgbClr val="F26B43"/>
          </p15:clr>
        </p15:guide>
        <p15:guide id="36" orient="horz" pos="3475">
          <p15:clr>
            <a:srgbClr val="F26B43"/>
          </p15:clr>
        </p15:guide>
        <p15:guide id="37" orient="horz" pos="3566">
          <p15:clr>
            <a:srgbClr val="F26B43"/>
          </p15:clr>
        </p15:guide>
        <p15:guide id="38" orient="horz" pos="4065">
          <p15:clr>
            <a:srgbClr val="F26B43"/>
          </p15:clr>
        </p15:guide>
        <p15:guide id="40" orient="horz" pos="4156">
          <p15:clr>
            <a:srgbClr val="F26B43"/>
          </p15:clr>
        </p15:guide>
        <p15:guide id="41" orient="horz" pos="4320">
          <p15:clr>
            <a:srgbClr val="F26B43"/>
          </p15:clr>
        </p15:guide>
        <p15:guide id="42" orient="horz" pos="845">
          <p15:clr>
            <a:srgbClr val="F26B43"/>
          </p15:clr>
        </p15:guide>
      </p15:sldGuideLst>
    </p:ext>
  </p:extLst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6">
            <a:extLst>
              <a:ext uri="{FF2B5EF4-FFF2-40B4-BE49-F238E27FC236}">
                <a16:creationId xmlns:a16="http://schemas.microsoft.com/office/drawing/2014/main" id="{23C93B14-2BC4-6F1C-F985-9458EDC8C2C4}"/>
              </a:ext>
            </a:extLst>
          </p:cNvPr>
          <p:cNvSpPr/>
          <p:nvPr userDrawn="1"/>
        </p:nvSpPr>
        <p:spPr>
          <a:xfrm>
            <a:off x="552000" y="6381000"/>
            <a:ext cx="216000" cy="21635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C8AFE08-F346-56DA-6633-D331DD5D50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flipH="1">
            <a:off x="550862" y="6381000"/>
            <a:ext cx="216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1">
                <a:solidFill>
                  <a:schemeClr val="tx1"/>
                </a:solidFill>
              </a:defRPr>
            </a:lvl1pPr>
          </a:lstStyle>
          <a:p>
            <a:fld id="{059D0BDF-8BE7-4C3F-9009-83FAF1F2140A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Graphic 39">
            <a:extLst>
              <a:ext uri="{FF2B5EF4-FFF2-40B4-BE49-F238E27FC236}">
                <a16:creationId xmlns:a16="http://schemas.microsoft.com/office/drawing/2014/main" id="{C7572CF5-E68F-77A9-A9A7-DFE5B529DC1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704512" y="6375697"/>
            <a:ext cx="936103" cy="240350"/>
          </a:xfrm>
          <a:prstGeom prst="rect">
            <a:avLst/>
          </a:prstGeom>
        </p:spPr>
      </p:pic>
      <p:cxnSp>
        <p:nvCxnSpPr>
          <p:cNvPr id="7" name="Straight Connector 2">
            <a:extLst>
              <a:ext uri="{FF2B5EF4-FFF2-40B4-BE49-F238E27FC236}">
                <a16:creationId xmlns:a16="http://schemas.microsoft.com/office/drawing/2014/main" id="{25D3A1D1-8192-D5E4-6E66-11AF825CD8E5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Graphic 14">
            <a:extLst>
              <a:ext uri="{FF2B5EF4-FFF2-40B4-BE49-F238E27FC236}">
                <a16:creationId xmlns:a16="http://schemas.microsoft.com/office/drawing/2014/main" id="{2D56C504-BF9B-8E7A-D679-B147540B24A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 t="7453" r="5598"/>
          <a:stretch>
            <a:fillRect/>
          </a:stretch>
        </p:blipFill>
        <p:spPr>
          <a:xfrm>
            <a:off x="10492763" y="-3126"/>
            <a:ext cx="1699237" cy="1052513"/>
          </a:xfrm>
          <a:prstGeom prst="rect">
            <a:avLst/>
          </a:prstGeom>
        </p:spPr>
      </p:pic>
      <p:sp>
        <p:nvSpPr>
          <p:cNvPr id="10" name="矩形: 圓角 9">
            <a:extLst>
              <a:ext uri="{FF2B5EF4-FFF2-40B4-BE49-F238E27FC236}">
                <a16:creationId xmlns:a16="http://schemas.microsoft.com/office/drawing/2014/main" id="{B8EC4F2D-40F1-E827-6A54-1A7DDE324F8E}"/>
              </a:ext>
            </a:extLst>
          </p:cNvPr>
          <p:cNvSpPr/>
          <p:nvPr userDrawn="1"/>
        </p:nvSpPr>
        <p:spPr>
          <a:xfrm>
            <a:off x="839416" y="6381000"/>
            <a:ext cx="1512000" cy="216000"/>
          </a:xfrm>
          <a:prstGeom prst="roundRect">
            <a:avLst>
              <a:gd name="adj" fmla="val 50000"/>
            </a:avLst>
          </a:prstGeom>
          <a:noFill/>
          <a:ln w="952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dirty="0">
                <a:solidFill>
                  <a:schemeClr val="tx1"/>
                </a:solidFill>
              </a:rPr>
              <a:t>© Solace   |   Proprietary &amp; Confidential</a:t>
            </a:r>
          </a:p>
        </p:txBody>
      </p:sp>
    </p:spTree>
    <p:extLst>
      <p:ext uri="{BB962C8B-B14F-4D97-AF65-F5344CB8AC3E}">
        <p14:creationId xmlns:p14="http://schemas.microsoft.com/office/powerpoint/2010/main" val="7870486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56" r:id="rId1"/>
    <p:sldLayoutId id="2147483857" r:id="rId2"/>
    <p:sldLayoutId id="2147483858" r:id="rId3"/>
    <p:sldLayoutId id="2147483859" r:id="rId4"/>
    <p:sldLayoutId id="2147483860" r:id="rId5"/>
    <p:sldLayoutId id="2147483861" r:id="rId6"/>
    <p:sldLayoutId id="2147483862" r:id="rId7"/>
    <p:sldLayoutId id="2147483863" r:id="rId8"/>
    <p:sldLayoutId id="2147483864" r:id="rId9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spcAft>
          <a:spcPts val="600"/>
        </a:spcAft>
        <a:buFont typeface="Arial" panose="020B0604020202020204" pitchFamily="34" charset="0"/>
        <a:buNone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266700" indent="-258763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tabLst>
          <a:tab pos="0" algn="l"/>
        </a:tabLst>
        <a:defRPr sz="1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538163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egoe UI" panose="020B0502040204020203" pitchFamily="34" charset="0"/>
        <a:buChar char="‒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719138" indent="-1524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896938" indent="-144463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egoe UI" panose="020B0502040204020203" pitchFamily="34" charset="0"/>
        <a:buChar char="‒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074738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7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797">
          <p15:clr>
            <a:srgbClr val="F26B43"/>
          </p15:clr>
        </p15:guide>
        <p15:guide id="2" pos="347">
          <p15:clr>
            <a:srgbClr val="F26B43"/>
          </p15:clr>
        </p15:guide>
        <p15:guide id="3" pos="7333">
          <p15:clr>
            <a:srgbClr val="F26B43"/>
          </p15:clr>
        </p15:guide>
        <p15:guide id="4" pos="846">
          <p15:clr>
            <a:srgbClr val="F26B43"/>
          </p15:clr>
        </p15:guide>
        <p15:guide id="5" pos="937">
          <p15:clr>
            <a:srgbClr val="F26B43"/>
          </p15:clr>
        </p15:guide>
        <p15:guide id="6" pos="1436">
          <p15:clr>
            <a:srgbClr val="F26B43"/>
          </p15:clr>
        </p15:guide>
        <p15:guide id="7" pos="1526">
          <p15:clr>
            <a:srgbClr val="F26B43"/>
          </p15:clr>
        </p15:guide>
        <p15:guide id="8" pos="2025">
          <p15:clr>
            <a:srgbClr val="F26B43"/>
          </p15:clr>
        </p15:guide>
        <p15:guide id="9" pos="2115">
          <p15:clr>
            <a:srgbClr val="F26B43"/>
          </p15:clr>
        </p15:guide>
        <p15:guide id="10" pos="2615">
          <p15:clr>
            <a:srgbClr val="F26B43"/>
          </p15:clr>
        </p15:guide>
        <p15:guide id="11" pos="2706">
          <p15:clr>
            <a:srgbClr val="F26B43"/>
          </p15:clr>
        </p15:guide>
        <p15:guide id="12" pos="3205">
          <p15:clr>
            <a:srgbClr val="F26B43"/>
          </p15:clr>
        </p15:guide>
        <p15:guide id="13" pos="3296">
          <p15:clr>
            <a:srgbClr val="F26B43"/>
          </p15:clr>
        </p15:guide>
        <p15:guide id="14" pos="3795">
          <p15:clr>
            <a:srgbClr val="F26B43"/>
          </p15:clr>
        </p15:guide>
        <p15:guide id="15" pos="3885">
          <p15:clr>
            <a:srgbClr val="F26B43"/>
          </p15:clr>
        </p15:guide>
        <p15:guide id="16" pos="4475">
          <p15:clr>
            <a:srgbClr val="F26B43"/>
          </p15:clr>
        </p15:guide>
        <p15:guide id="17" pos="4384">
          <p15:clr>
            <a:srgbClr val="F26B43"/>
          </p15:clr>
        </p15:guide>
        <p15:guide id="18" pos="4974">
          <p15:clr>
            <a:srgbClr val="F26B43"/>
          </p15:clr>
        </p15:guide>
        <p15:guide id="19" pos="5065">
          <p15:clr>
            <a:srgbClr val="F26B43"/>
          </p15:clr>
        </p15:guide>
        <p15:guide id="20" pos="5564">
          <p15:clr>
            <a:srgbClr val="F26B43"/>
          </p15:clr>
        </p15:guide>
        <p15:guide id="21" pos="5654">
          <p15:clr>
            <a:srgbClr val="F26B43"/>
          </p15:clr>
        </p15:guide>
        <p15:guide id="22" pos="6153">
          <p15:clr>
            <a:srgbClr val="F26B43"/>
          </p15:clr>
        </p15:guide>
        <p15:guide id="23" pos="6244">
          <p15:clr>
            <a:srgbClr val="F26B43"/>
          </p15:clr>
        </p15:guide>
        <p15:guide id="24" pos="6743">
          <p15:clr>
            <a:srgbClr val="F26B43"/>
          </p15:clr>
        </p15:guide>
        <p15:guide id="25" pos="6834">
          <p15:clr>
            <a:srgbClr val="F26B43"/>
          </p15:clr>
        </p15:guide>
        <p15:guide id="26" orient="horz" pos="1706">
          <p15:clr>
            <a:srgbClr val="F26B43"/>
          </p15:clr>
        </p15:guide>
        <p15:guide id="27" orient="horz" pos="1117">
          <p15:clr>
            <a:srgbClr val="F26B43"/>
          </p15:clr>
        </p15:guide>
        <p15:guide id="28" orient="horz" pos="1207">
          <p15:clr>
            <a:srgbClr val="F26B43"/>
          </p15:clr>
        </p15:guide>
        <p15:guide id="29" orient="horz" pos="663">
          <p15:clr>
            <a:srgbClr val="F26B43"/>
          </p15:clr>
        </p15:guide>
        <p15:guide id="30" orient="horz" pos="527">
          <p15:clr>
            <a:srgbClr val="F26B43"/>
          </p15:clr>
        </p15:guide>
        <p15:guide id="31" orient="horz" pos="210">
          <p15:clr>
            <a:srgbClr val="F26B43"/>
          </p15:clr>
        </p15:guide>
        <p15:guide id="32" orient="horz" pos="2296">
          <p15:clr>
            <a:srgbClr val="F26B43"/>
          </p15:clr>
        </p15:guide>
        <p15:guide id="33" orient="horz" pos="2387">
          <p15:clr>
            <a:srgbClr val="F26B43"/>
          </p15:clr>
        </p15:guide>
        <p15:guide id="34" orient="horz" pos="2886">
          <p15:clr>
            <a:srgbClr val="F26B43"/>
          </p15:clr>
        </p15:guide>
        <p15:guide id="35" orient="horz" pos="2976">
          <p15:clr>
            <a:srgbClr val="F26B43"/>
          </p15:clr>
        </p15:guide>
        <p15:guide id="36" orient="horz" pos="3475">
          <p15:clr>
            <a:srgbClr val="F26B43"/>
          </p15:clr>
        </p15:guide>
        <p15:guide id="37" orient="horz" pos="3566">
          <p15:clr>
            <a:srgbClr val="F26B43"/>
          </p15:clr>
        </p15:guide>
        <p15:guide id="38" orient="horz" pos="4065">
          <p15:clr>
            <a:srgbClr val="F26B43"/>
          </p15:clr>
        </p15:guide>
        <p15:guide id="40" orient="horz" pos="4156">
          <p15:clr>
            <a:srgbClr val="F26B43"/>
          </p15:clr>
        </p15:guide>
        <p15:guide id="41" orient="horz" pos="4320">
          <p15:clr>
            <a:srgbClr val="F26B43"/>
          </p15:clr>
        </p15:guide>
        <p15:guide id="42" orient="horz" pos="845">
          <p15:clr>
            <a:srgbClr val="F26B43"/>
          </p15:clr>
        </p15:guide>
      </p15:sldGuideLst>
    </p:ext>
  </p:extLst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0188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6" r:id="rId1"/>
    <p:sldLayoutId id="2147483867" r:id="rId2"/>
    <p:sldLayoutId id="2147483868" r:id="rId3"/>
    <p:sldLayoutId id="2147483869" r:id="rId4"/>
    <p:sldLayoutId id="2147483870" r:id="rId5"/>
    <p:sldLayoutId id="2147483871" r:id="rId6"/>
    <p:sldLayoutId id="2147483872" r:id="rId7"/>
    <p:sldLayoutId id="2147483873" r:id="rId8"/>
    <p:sldLayoutId id="2147483888" r:id="rId9"/>
    <p:sldLayoutId id="2147483889" r:id="rId10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spcAft>
          <a:spcPts val="600"/>
        </a:spcAft>
        <a:buFont typeface="Arial" panose="020B0604020202020204" pitchFamily="34" charset="0"/>
        <a:buNone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266700" indent="-258763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tabLst>
          <a:tab pos="0" algn="l"/>
        </a:tabLst>
        <a:defRPr sz="1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538163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egoe UI" panose="020B0502040204020203" pitchFamily="34" charset="0"/>
        <a:buChar char="‒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719138" indent="-1524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896938" indent="-144463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egoe UI" panose="020B0502040204020203" pitchFamily="34" charset="0"/>
        <a:buChar char="‒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074738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7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797">
          <p15:clr>
            <a:srgbClr val="F26B43"/>
          </p15:clr>
        </p15:guide>
        <p15:guide id="2" pos="347">
          <p15:clr>
            <a:srgbClr val="F26B43"/>
          </p15:clr>
        </p15:guide>
        <p15:guide id="3" pos="7333">
          <p15:clr>
            <a:srgbClr val="F26B43"/>
          </p15:clr>
        </p15:guide>
        <p15:guide id="4" pos="846">
          <p15:clr>
            <a:srgbClr val="F26B43"/>
          </p15:clr>
        </p15:guide>
        <p15:guide id="5" pos="937">
          <p15:clr>
            <a:srgbClr val="F26B43"/>
          </p15:clr>
        </p15:guide>
        <p15:guide id="6" pos="1436">
          <p15:clr>
            <a:srgbClr val="F26B43"/>
          </p15:clr>
        </p15:guide>
        <p15:guide id="7" pos="1526">
          <p15:clr>
            <a:srgbClr val="F26B43"/>
          </p15:clr>
        </p15:guide>
        <p15:guide id="8" pos="2025">
          <p15:clr>
            <a:srgbClr val="F26B43"/>
          </p15:clr>
        </p15:guide>
        <p15:guide id="9" pos="2115">
          <p15:clr>
            <a:srgbClr val="F26B43"/>
          </p15:clr>
        </p15:guide>
        <p15:guide id="10" pos="2615">
          <p15:clr>
            <a:srgbClr val="F26B43"/>
          </p15:clr>
        </p15:guide>
        <p15:guide id="11" pos="2706">
          <p15:clr>
            <a:srgbClr val="F26B43"/>
          </p15:clr>
        </p15:guide>
        <p15:guide id="12" pos="3205">
          <p15:clr>
            <a:srgbClr val="F26B43"/>
          </p15:clr>
        </p15:guide>
        <p15:guide id="13" pos="3296">
          <p15:clr>
            <a:srgbClr val="F26B43"/>
          </p15:clr>
        </p15:guide>
        <p15:guide id="14" pos="3795">
          <p15:clr>
            <a:srgbClr val="F26B43"/>
          </p15:clr>
        </p15:guide>
        <p15:guide id="15" pos="3885">
          <p15:clr>
            <a:srgbClr val="F26B43"/>
          </p15:clr>
        </p15:guide>
        <p15:guide id="16" pos="4475">
          <p15:clr>
            <a:srgbClr val="F26B43"/>
          </p15:clr>
        </p15:guide>
        <p15:guide id="17" pos="4384">
          <p15:clr>
            <a:srgbClr val="F26B43"/>
          </p15:clr>
        </p15:guide>
        <p15:guide id="18" pos="4974">
          <p15:clr>
            <a:srgbClr val="F26B43"/>
          </p15:clr>
        </p15:guide>
        <p15:guide id="19" pos="5065">
          <p15:clr>
            <a:srgbClr val="F26B43"/>
          </p15:clr>
        </p15:guide>
        <p15:guide id="20" pos="5564">
          <p15:clr>
            <a:srgbClr val="F26B43"/>
          </p15:clr>
        </p15:guide>
        <p15:guide id="21" pos="5654">
          <p15:clr>
            <a:srgbClr val="F26B43"/>
          </p15:clr>
        </p15:guide>
        <p15:guide id="22" pos="6153">
          <p15:clr>
            <a:srgbClr val="F26B43"/>
          </p15:clr>
        </p15:guide>
        <p15:guide id="23" pos="6244">
          <p15:clr>
            <a:srgbClr val="F26B43"/>
          </p15:clr>
        </p15:guide>
        <p15:guide id="24" pos="6743">
          <p15:clr>
            <a:srgbClr val="F26B43"/>
          </p15:clr>
        </p15:guide>
        <p15:guide id="25" pos="6834">
          <p15:clr>
            <a:srgbClr val="F26B43"/>
          </p15:clr>
        </p15:guide>
        <p15:guide id="26" orient="horz" pos="1706">
          <p15:clr>
            <a:srgbClr val="F26B43"/>
          </p15:clr>
        </p15:guide>
        <p15:guide id="27" orient="horz" pos="1117">
          <p15:clr>
            <a:srgbClr val="F26B43"/>
          </p15:clr>
        </p15:guide>
        <p15:guide id="28" orient="horz" pos="1207">
          <p15:clr>
            <a:srgbClr val="F26B43"/>
          </p15:clr>
        </p15:guide>
        <p15:guide id="29" orient="horz" pos="663">
          <p15:clr>
            <a:srgbClr val="F26B43"/>
          </p15:clr>
        </p15:guide>
        <p15:guide id="30" orient="horz" pos="527">
          <p15:clr>
            <a:srgbClr val="F26B43"/>
          </p15:clr>
        </p15:guide>
        <p15:guide id="31" orient="horz" pos="210">
          <p15:clr>
            <a:srgbClr val="F26B43"/>
          </p15:clr>
        </p15:guide>
        <p15:guide id="32" orient="horz" pos="2296">
          <p15:clr>
            <a:srgbClr val="F26B43"/>
          </p15:clr>
        </p15:guide>
        <p15:guide id="33" orient="horz" pos="2387">
          <p15:clr>
            <a:srgbClr val="F26B43"/>
          </p15:clr>
        </p15:guide>
        <p15:guide id="34" orient="horz" pos="2886">
          <p15:clr>
            <a:srgbClr val="F26B43"/>
          </p15:clr>
        </p15:guide>
        <p15:guide id="35" orient="horz" pos="2976">
          <p15:clr>
            <a:srgbClr val="F26B43"/>
          </p15:clr>
        </p15:guide>
        <p15:guide id="36" orient="horz" pos="3475">
          <p15:clr>
            <a:srgbClr val="F26B43"/>
          </p15:clr>
        </p15:guide>
        <p15:guide id="37" orient="horz" pos="3566">
          <p15:clr>
            <a:srgbClr val="F26B43"/>
          </p15:clr>
        </p15:guide>
        <p15:guide id="38" orient="horz" pos="4065">
          <p15:clr>
            <a:srgbClr val="F26B43"/>
          </p15:clr>
        </p15:guide>
        <p15:guide id="40" orient="horz" pos="4156">
          <p15:clr>
            <a:srgbClr val="F26B43"/>
          </p15:clr>
        </p15:guide>
        <p15:guide id="41" orient="horz" pos="4320">
          <p15:clr>
            <a:srgbClr val="F26B43"/>
          </p15:clr>
        </p15:guide>
        <p15:guide id="42" orient="horz" pos="845">
          <p15:clr>
            <a:srgbClr val="F26B43"/>
          </p15:clr>
        </p15:guide>
      </p15:sldGuideLst>
    </p:ext>
  </p:extLst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21F86B21-E1A4-517A-A7BF-C72E28F48DDB}"/>
              </a:ext>
            </a:extLst>
          </p:cNvPr>
          <p:cNvSpPr/>
          <p:nvPr userDrawn="1"/>
        </p:nvSpPr>
        <p:spPr>
          <a:xfrm>
            <a:off x="0" y="1052513"/>
            <a:ext cx="6085350" cy="58054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val 6">
            <a:extLst>
              <a:ext uri="{FF2B5EF4-FFF2-40B4-BE49-F238E27FC236}">
                <a16:creationId xmlns:a16="http://schemas.microsoft.com/office/drawing/2014/main" id="{23C93B14-2BC4-6F1C-F985-9458EDC8C2C4}"/>
              </a:ext>
            </a:extLst>
          </p:cNvPr>
          <p:cNvSpPr/>
          <p:nvPr userDrawn="1"/>
        </p:nvSpPr>
        <p:spPr>
          <a:xfrm>
            <a:off x="552000" y="6381000"/>
            <a:ext cx="216000" cy="21635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C8AFE08-F346-56DA-6633-D331DD5D50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flipH="1">
            <a:off x="550862" y="6381000"/>
            <a:ext cx="216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1">
                <a:solidFill>
                  <a:schemeClr val="tx1"/>
                </a:solidFill>
              </a:defRPr>
            </a:lvl1pPr>
          </a:lstStyle>
          <a:p>
            <a:fld id="{059D0BDF-8BE7-4C3F-9009-83FAF1F2140A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Graphic 39">
            <a:extLst>
              <a:ext uri="{FF2B5EF4-FFF2-40B4-BE49-F238E27FC236}">
                <a16:creationId xmlns:a16="http://schemas.microsoft.com/office/drawing/2014/main" id="{C7572CF5-E68F-77A9-A9A7-DFE5B529DC1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04512" y="6375697"/>
            <a:ext cx="936103" cy="240350"/>
          </a:xfrm>
          <a:prstGeom prst="rect">
            <a:avLst/>
          </a:prstGeom>
        </p:spPr>
      </p:pic>
      <p:pic>
        <p:nvPicPr>
          <p:cNvPr id="8" name="Graphic 6">
            <a:extLst>
              <a:ext uri="{FF2B5EF4-FFF2-40B4-BE49-F238E27FC236}">
                <a16:creationId xmlns:a16="http://schemas.microsoft.com/office/drawing/2014/main" id="{804AB3EB-8FAA-3E2E-0469-AF42B5892A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0"/>
            <a:ext cx="1704000" cy="1052513"/>
          </a:xfrm>
          <a:prstGeom prst="rect">
            <a:avLst/>
          </a:prstGeom>
        </p:spPr>
      </p:pic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900B1AD7-A93F-99DB-7A1F-EB8691B703F8}"/>
              </a:ext>
            </a:extLst>
          </p:cNvPr>
          <p:cNvSpPr/>
          <p:nvPr userDrawn="1"/>
        </p:nvSpPr>
        <p:spPr>
          <a:xfrm>
            <a:off x="839416" y="6381000"/>
            <a:ext cx="1512000" cy="216000"/>
          </a:xfrm>
          <a:prstGeom prst="roundRect">
            <a:avLst>
              <a:gd name="adj" fmla="val 50000"/>
            </a:avLst>
          </a:prstGeom>
          <a:noFill/>
          <a:ln w="952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dirty="0">
                <a:solidFill>
                  <a:schemeClr val="bg1"/>
                </a:solidFill>
              </a:rPr>
              <a:t>© Solace   |   Proprietary &amp; Confidential</a:t>
            </a:r>
          </a:p>
        </p:txBody>
      </p:sp>
    </p:spTree>
    <p:extLst>
      <p:ext uri="{BB962C8B-B14F-4D97-AF65-F5344CB8AC3E}">
        <p14:creationId xmlns:p14="http://schemas.microsoft.com/office/powerpoint/2010/main" val="3184553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5" r:id="rId1"/>
    <p:sldLayoutId id="2147483876" r:id="rId2"/>
    <p:sldLayoutId id="2147483877" r:id="rId3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spcAft>
          <a:spcPts val="600"/>
        </a:spcAft>
        <a:buFont typeface="Arial" panose="020B0604020202020204" pitchFamily="34" charset="0"/>
        <a:buNone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266700" indent="-258763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tabLst>
          <a:tab pos="0" algn="l"/>
        </a:tabLst>
        <a:defRPr sz="1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538163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egoe UI" panose="020B0502040204020203" pitchFamily="34" charset="0"/>
        <a:buChar char="‒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719138" indent="-1524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896938" indent="-144463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egoe UI" panose="020B0502040204020203" pitchFamily="34" charset="0"/>
        <a:buChar char="‒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074738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7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797">
          <p15:clr>
            <a:srgbClr val="F26B43"/>
          </p15:clr>
        </p15:guide>
        <p15:guide id="2" pos="347">
          <p15:clr>
            <a:srgbClr val="F26B43"/>
          </p15:clr>
        </p15:guide>
        <p15:guide id="3" pos="7333">
          <p15:clr>
            <a:srgbClr val="F26B43"/>
          </p15:clr>
        </p15:guide>
        <p15:guide id="4" pos="846">
          <p15:clr>
            <a:srgbClr val="F26B43"/>
          </p15:clr>
        </p15:guide>
        <p15:guide id="5" pos="937">
          <p15:clr>
            <a:srgbClr val="F26B43"/>
          </p15:clr>
        </p15:guide>
        <p15:guide id="6" pos="1436">
          <p15:clr>
            <a:srgbClr val="F26B43"/>
          </p15:clr>
        </p15:guide>
        <p15:guide id="7" pos="1526">
          <p15:clr>
            <a:srgbClr val="F26B43"/>
          </p15:clr>
        </p15:guide>
        <p15:guide id="8" pos="2025">
          <p15:clr>
            <a:srgbClr val="F26B43"/>
          </p15:clr>
        </p15:guide>
        <p15:guide id="9" pos="2115">
          <p15:clr>
            <a:srgbClr val="F26B43"/>
          </p15:clr>
        </p15:guide>
        <p15:guide id="10" pos="2615">
          <p15:clr>
            <a:srgbClr val="F26B43"/>
          </p15:clr>
        </p15:guide>
        <p15:guide id="11" pos="2706">
          <p15:clr>
            <a:srgbClr val="F26B43"/>
          </p15:clr>
        </p15:guide>
        <p15:guide id="12" pos="3205">
          <p15:clr>
            <a:srgbClr val="F26B43"/>
          </p15:clr>
        </p15:guide>
        <p15:guide id="13" pos="3296">
          <p15:clr>
            <a:srgbClr val="F26B43"/>
          </p15:clr>
        </p15:guide>
        <p15:guide id="14" pos="3795">
          <p15:clr>
            <a:srgbClr val="F26B43"/>
          </p15:clr>
        </p15:guide>
        <p15:guide id="15" pos="3885">
          <p15:clr>
            <a:srgbClr val="F26B43"/>
          </p15:clr>
        </p15:guide>
        <p15:guide id="16" pos="4475">
          <p15:clr>
            <a:srgbClr val="F26B43"/>
          </p15:clr>
        </p15:guide>
        <p15:guide id="17" pos="4384">
          <p15:clr>
            <a:srgbClr val="F26B43"/>
          </p15:clr>
        </p15:guide>
        <p15:guide id="18" pos="4974">
          <p15:clr>
            <a:srgbClr val="F26B43"/>
          </p15:clr>
        </p15:guide>
        <p15:guide id="19" pos="5065">
          <p15:clr>
            <a:srgbClr val="F26B43"/>
          </p15:clr>
        </p15:guide>
        <p15:guide id="20" pos="5564">
          <p15:clr>
            <a:srgbClr val="F26B43"/>
          </p15:clr>
        </p15:guide>
        <p15:guide id="21" pos="5654">
          <p15:clr>
            <a:srgbClr val="F26B43"/>
          </p15:clr>
        </p15:guide>
        <p15:guide id="22" pos="6153">
          <p15:clr>
            <a:srgbClr val="F26B43"/>
          </p15:clr>
        </p15:guide>
        <p15:guide id="23" pos="6244">
          <p15:clr>
            <a:srgbClr val="F26B43"/>
          </p15:clr>
        </p15:guide>
        <p15:guide id="24" pos="6743">
          <p15:clr>
            <a:srgbClr val="F26B43"/>
          </p15:clr>
        </p15:guide>
        <p15:guide id="25" pos="6834">
          <p15:clr>
            <a:srgbClr val="F26B43"/>
          </p15:clr>
        </p15:guide>
        <p15:guide id="26" orient="horz" pos="1706">
          <p15:clr>
            <a:srgbClr val="F26B43"/>
          </p15:clr>
        </p15:guide>
        <p15:guide id="27" orient="horz" pos="1117">
          <p15:clr>
            <a:srgbClr val="F26B43"/>
          </p15:clr>
        </p15:guide>
        <p15:guide id="28" orient="horz" pos="1207">
          <p15:clr>
            <a:srgbClr val="F26B43"/>
          </p15:clr>
        </p15:guide>
        <p15:guide id="29" orient="horz" pos="663">
          <p15:clr>
            <a:srgbClr val="F26B43"/>
          </p15:clr>
        </p15:guide>
        <p15:guide id="30" orient="horz" pos="527">
          <p15:clr>
            <a:srgbClr val="F26B43"/>
          </p15:clr>
        </p15:guide>
        <p15:guide id="31" orient="horz" pos="210">
          <p15:clr>
            <a:srgbClr val="F26B43"/>
          </p15:clr>
        </p15:guide>
        <p15:guide id="32" orient="horz" pos="2296">
          <p15:clr>
            <a:srgbClr val="F26B43"/>
          </p15:clr>
        </p15:guide>
        <p15:guide id="33" orient="horz" pos="2387">
          <p15:clr>
            <a:srgbClr val="F26B43"/>
          </p15:clr>
        </p15:guide>
        <p15:guide id="34" orient="horz" pos="2886">
          <p15:clr>
            <a:srgbClr val="F26B43"/>
          </p15:clr>
        </p15:guide>
        <p15:guide id="35" orient="horz" pos="2976">
          <p15:clr>
            <a:srgbClr val="F26B43"/>
          </p15:clr>
        </p15:guide>
        <p15:guide id="36" orient="horz" pos="3475">
          <p15:clr>
            <a:srgbClr val="F26B43"/>
          </p15:clr>
        </p15:guide>
        <p15:guide id="37" orient="horz" pos="3566">
          <p15:clr>
            <a:srgbClr val="F26B43"/>
          </p15:clr>
        </p15:guide>
        <p15:guide id="38" orient="horz" pos="4065">
          <p15:clr>
            <a:srgbClr val="F26B43"/>
          </p15:clr>
        </p15:guide>
        <p15:guide id="40" orient="horz" pos="4156">
          <p15:clr>
            <a:srgbClr val="F26B43"/>
          </p15:clr>
        </p15:guide>
        <p15:guide id="41" orient="horz" pos="4320">
          <p15:clr>
            <a:srgbClr val="F26B43"/>
          </p15:clr>
        </p15:guide>
        <p15:guide id="42" orient="horz" pos="845">
          <p15:clr>
            <a:srgbClr val="F26B43"/>
          </p15:clr>
        </p15:guide>
      </p15:sldGuideLst>
    </p:ext>
  </p:extLst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6">
            <a:extLst>
              <a:ext uri="{FF2B5EF4-FFF2-40B4-BE49-F238E27FC236}">
                <a16:creationId xmlns:a16="http://schemas.microsoft.com/office/drawing/2014/main" id="{23C93B14-2BC4-6F1C-F985-9458EDC8C2C4}"/>
              </a:ext>
            </a:extLst>
          </p:cNvPr>
          <p:cNvSpPr/>
          <p:nvPr userDrawn="1"/>
        </p:nvSpPr>
        <p:spPr>
          <a:xfrm>
            <a:off x="552000" y="6381000"/>
            <a:ext cx="216000" cy="21635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C8AFE08-F346-56DA-6633-D331DD5D50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flipH="1">
            <a:off x="550862" y="6381000"/>
            <a:ext cx="216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1">
                <a:solidFill>
                  <a:schemeClr val="tx1"/>
                </a:solidFill>
              </a:defRPr>
            </a:lvl1pPr>
          </a:lstStyle>
          <a:p>
            <a:fld id="{059D0BDF-8BE7-4C3F-9009-83FAF1F2140A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Graphic 39">
            <a:extLst>
              <a:ext uri="{FF2B5EF4-FFF2-40B4-BE49-F238E27FC236}">
                <a16:creationId xmlns:a16="http://schemas.microsoft.com/office/drawing/2014/main" id="{C7572CF5-E68F-77A9-A9A7-DFE5B529DC1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704512" y="6375697"/>
            <a:ext cx="936103" cy="240350"/>
          </a:xfrm>
          <a:prstGeom prst="rect">
            <a:avLst/>
          </a:prstGeom>
        </p:spPr>
      </p:pic>
      <p:cxnSp>
        <p:nvCxnSpPr>
          <p:cNvPr id="7" name="Straight Connector 2">
            <a:extLst>
              <a:ext uri="{FF2B5EF4-FFF2-40B4-BE49-F238E27FC236}">
                <a16:creationId xmlns:a16="http://schemas.microsoft.com/office/drawing/2014/main" id="{25D3A1D1-8192-D5E4-6E66-11AF825CD8E5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Graphic 14">
            <a:extLst>
              <a:ext uri="{FF2B5EF4-FFF2-40B4-BE49-F238E27FC236}">
                <a16:creationId xmlns:a16="http://schemas.microsoft.com/office/drawing/2014/main" id="{2D56C504-BF9B-8E7A-D679-B147540B24A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 t="7453" r="5598"/>
          <a:stretch>
            <a:fillRect/>
          </a:stretch>
        </p:blipFill>
        <p:spPr>
          <a:xfrm>
            <a:off x="10492763" y="-3126"/>
            <a:ext cx="1699237" cy="1052513"/>
          </a:xfrm>
          <a:prstGeom prst="rect">
            <a:avLst/>
          </a:prstGeom>
        </p:spPr>
      </p:pic>
      <p:sp>
        <p:nvSpPr>
          <p:cNvPr id="10" name="矩形: 圓角 9">
            <a:extLst>
              <a:ext uri="{FF2B5EF4-FFF2-40B4-BE49-F238E27FC236}">
                <a16:creationId xmlns:a16="http://schemas.microsoft.com/office/drawing/2014/main" id="{B8EC4F2D-40F1-E827-6A54-1A7DDE324F8E}"/>
              </a:ext>
            </a:extLst>
          </p:cNvPr>
          <p:cNvSpPr/>
          <p:nvPr userDrawn="1"/>
        </p:nvSpPr>
        <p:spPr>
          <a:xfrm>
            <a:off x="839416" y="6381000"/>
            <a:ext cx="1512000" cy="216000"/>
          </a:xfrm>
          <a:prstGeom prst="roundRect">
            <a:avLst>
              <a:gd name="adj" fmla="val 50000"/>
            </a:avLst>
          </a:prstGeom>
          <a:noFill/>
          <a:ln w="952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dirty="0">
                <a:solidFill>
                  <a:schemeClr val="tx1"/>
                </a:solidFill>
              </a:rPr>
              <a:t>© Solace   |   Proprietary &amp; Confidential</a:t>
            </a:r>
          </a:p>
        </p:txBody>
      </p:sp>
    </p:spTree>
    <p:extLst>
      <p:ext uri="{BB962C8B-B14F-4D97-AF65-F5344CB8AC3E}">
        <p14:creationId xmlns:p14="http://schemas.microsoft.com/office/powerpoint/2010/main" val="40531832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79" r:id="rId1"/>
    <p:sldLayoutId id="2147483880" r:id="rId2"/>
    <p:sldLayoutId id="2147483881" r:id="rId3"/>
    <p:sldLayoutId id="2147483882" r:id="rId4"/>
    <p:sldLayoutId id="2147483883" r:id="rId5"/>
    <p:sldLayoutId id="2147483884" r:id="rId6"/>
    <p:sldLayoutId id="2147483885" r:id="rId7"/>
    <p:sldLayoutId id="2147483886" r:id="rId8"/>
    <p:sldLayoutId id="2147483887" r:id="rId9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spcAft>
          <a:spcPts val="600"/>
        </a:spcAft>
        <a:buFont typeface="Arial" panose="020B0604020202020204" pitchFamily="34" charset="0"/>
        <a:buNone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266700" indent="-258763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tabLst>
          <a:tab pos="0" algn="l"/>
        </a:tabLst>
        <a:defRPr sz="1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538163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egoe UI" panose="020B0502040204020203" pitchFamily="34" charset="0"/>
        <a:buChar char="‒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719138" indent="-1524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896938" indent="-144463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egoe UI" panose="020B0502040204020203" pitchFamily="34" charset="0"/>
        <a:buChar char="‒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074738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7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797">
          <p15:clr>
            <a:srgbClr val="F26B43"/>
          </p15:clr>
        </p15:guide>
        <p15:guide id="2" pos="347">
          <p15:clr>
            <a:srgbClr val="F26B43"/>
          </p15:clr>
        </p15:guide>
        <p15:guide id="3" pos="7333">
          <p15:clr>
            <a:srgbClr val="F26B43"/>
          </p15:clr>
        </p15:guide>
        <p15:guide id="4" pos="846">
          <p15:clr>
            <a:srgbClr val="F26B43"/>
          </p15:clr>
        </p15:guide>
        <p15:guide id="5" pos="937">
          <p15:clr>
            <a:srgbClr val="F26B43"/>
          </p15:clr>
        </p15:guide>
        <p15:guide id="6" pos="1436">
          <p15:clr>
            <a:srgbClr val="F26B43"/>
          </p15:clr>
        </p15:guide>
        <p15:guide id="7" pos="1526">
          <p15:clr>
            <a:srgbClr val="F26B43"/>
          </p15:clr>
        </p15:guide>
        <p15:guide id="8" pos="2025">
          <p15:clr>
            <a:srgbClr val="F26B43"/>
          </p15:clr>
        </p15:guide>
        <p15:guide id="9" pos="2115">
          <p15:clr>
            <a:srgbClr val="F26B43"/>
          </p15:clr>
        </p15:guide>
        <p15:guide id="10" pos="2615">
          <p15:clr>
            <a:srgbClr val="F26B43"/>
          </p15:clr>
        </p15:guide>
        <p15:guide id="11" pos="2706">
          <p15:clr>
            <a:srgbClr val="F26B43"/>
          </p15:clr>
        </p15:guide>
        <p15:guide id="12" pos="3205">
          <p15:clr>
            <a:srgbClr val="F26B43"/>
          </p15:clr>
        </p15:guide>
        <p15:guide id="13" pos="3296">
          <p15:clr>
            <a:srgbClr val="F26B43"/>
          </p15:clr>
        </p15:guide>
        <p15:guide id="14" pos="3795">
          <p15:clr>
            <a:srgbClr val="F26B43"/>
          </p15:clr>
        </p15:guide>
        <p15:guide id="15" pos="3885">
          <p15:clr>
            <a:srgbClr val="F26B43"/>
          </p15:clr>
        </p15:guide>
        <p15:guide id="16" pos="4475">
          <p15:clr>
            <a:srgbClr val="F26B43"/>
          </p15:clr>
        </p15:guide>
        <p15:guide id="17" pos="4384">
          <p15:clr>
            <a:srgbClr val="F26B43"/>
          </p15:clr>
        </p15:guide>
        <p15:guide id="18" pos="4974">
          <p15:clr>
            <a:srgbClr val="F26B43"/>
          </p15:clr>
        </p15:guide>
        <p15:guide id="19" pos="5065">
          <p15:clr>
            <a:srgbClr val="F26B43"/>
          </p15:clr>
        </p15:guide>
        <p15:guide id="20" pos="5564">
          <p15:clr>
            <a:srgbClr val="F26B43"/>
          </p15:clr>
        </p15:guide>
        <p15:guide id="21" pos="5654">
          <p15:clr>
            <a:srgbClr val="F26B43"/>
          </p15:clr>
        </p15:guide>
        <p15:guide id="22" pos="6153">
          <p15:clr>
            <a:srgbClr val="F26B43"/>
          </p15:clr>
        </p15:guide>
        <p15:guide id="23" pos="6244">
          <p15:clr>
            <a:srgbClr val="F26B43"/>
          </p15:clr>
        </p15:guide>
        <p15:guide id="24" pos="6743">
          <p15:clr>
            <a:srgbClr val="F26B43"/>
          </p15:clr>
        </p15:guide>
        <p15:guide id="25" pos="6834">
          <p15:clr>
            <a:srgbClr val="F26B43"/>
          </p15:clr>
        </p15:guide>
        <p15:guide id="26" orient="horz" pos="1706">
          <p15:clr>
            <a:srgbClr val="F26B43"/>
          </p15:clr>
        </p15:guide>
        <p15:guide id="27" orient="horz" pos="1117">
          <p15:clr>
            <a:srgbClr val="F26B43"/>
          </p15:clr>
        </p15:guide>
        <p15:guide id="28" orient="horz" pos="1207">
          <p15:clr>
            <a:srgbClr val="F26B43"/>
          </p15:clr>
        </p15:guide>
        <p15:guide id="29" orient="horz" pos="663">
          <p15:clr>
            <a:srgbClr val="F26B43"/>
          </p15:clr>
        </p15:guide>
        <p15:guide id="30" orient="horz" pos="527">
          <p15:clr>
            <a:srgbClr val="F26B43"/>
          </p15:clr>
        </p15:guide>
        <p15:guide id="31" orient="horz" pos="210">
          <p15:clr>
            <a:srgbClr val="F26B43"/>
          </p15:clr>
        </p15:guide>
        <p15:guide id="32" orient="horz" pos="2296">
          <p15:clr>
            <a:srgbClr val="F26B43"/>
          </p15:clr>
        </p15:guide>
        <p15:guide id="33" orient="horz" pos="2387">
          <p15:clr>
            <a:srgbClr val="F26B43"/>
          </p15:clr>
        </p15:guide>
        <p15:guide id="34" orient="horz" pos="2886">
          <p15:clr>
            <a:srgbClr val="F26B43"/>
          </p15:clr>
        </p15:guide>
        <p15:guide id="35" orient="horz" pos="2976">
          <p15:clr>
            <a:srgbClr val="F26B43"/>
          </p15:clr>
        </p15:guide>
        <p15:guide id="36" orient="horz" pos="3475">
          <p15:clr>
            <a:srgbClr val="F26B43"/>
          </p15:clr>
        </p15:guide>
        <p15:guide id="37" orient="horz" pos="3566">
          <p15:clr>
            <a:srgbClr val="F26B43"/>
          </p15:clr>
        </p15:guide>
        <p15:guide id="38" orient="horz" pos="4065">
          <p15:clr>
            <a:srgbClr val="F26B43"/>
          </p15:clr>
        </p15:guide>
        <p15:guide id="40" orient="horz" pos="4156">
          <p15:clr>
            <a:srgbClr val="F26B43"/>
          </p15:clr>
        </p15:guide>
        <p15:guide id="41" orient="horz" pos="4320">
          <p15:clr>
            <a:srgbClr val="F26B43"/>
          </p15:clr>
        </p15:guide>
        <p15:guide id="42" orient="horz" pos="84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13B1088-3FA4-2978-ECB7-E8E34F3BCB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4" y="333375"/>
            <a:ext cx="6697264" cy="2519362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Itinerary in Motion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FC74E6DD-1698-AF96-D907-716D1787FA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4" y="3645024"/>
            <a:ext cx="5689151" cy="792485"/>
          </a:xfrm>
        </p:spPr>
        <p:txBody>
          <a:bodyPr/>
          <a:lstStyle/>
          <a:p>
            <a:r>
              <a:rPr lang="en-US" dirty="0"/>
              <a:t>Your itinerary listens to the world and re-plans itself in seconds.</a:t>
            </a:r>
            <a:endParaRPr lang="en-US" baseline="300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3629E30-1C52-51B5-97B2-612D1F3484B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Hant" dirty="0"/>
              <a:t>2026  / May / 15</a:t>
            </a:r>
            <a:r>
              <a:rPr lang="zh-Hant" altLang="en-US" dirty="0"/>
              <a:t> </a:t>
            </a:r>
            <a:r>
              <a:rPr lang="en-US" altLang="zh-Hant" dirty="0"/>
              <a:t>| Robert Hsieh &amp; Jet Huang (Team H</a:t>
            </a:r>
            <a:r>
              <a:rPr lang="en-US" altLang="zh-Hant" baseline="30000" dirty="0"/>
              <a:t>2</a:t>
            </a:r>
            <a:r>
              <a:rPr lang="en-US" altLang="zh-Hant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421909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AC8EE6-2288-5B68-10E9-B01332800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C4A7E0-0EBF-BB90-46D3-CD4591721094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The Problem</a:t>
            </a:r>
          </a:p>
          <a:p>
            <a:r>
              <a:rPr lang="en-US" sz="1600" dirty="0"/>
              <a:t>Today, when a travel agency's customer (FIT or custom-itinerary travelers) is hit by a flight delay, the only thing they usually get is a single "your flight is delayed" SMS. Everything after that message is the traveler's problem: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Hotel check-in, airport transfer, tours, and restaurants — all left unresolved.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only fallback is the agency hotline, which overloads during disruptions.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3152367-8FCA-3A39-584C-7A5AA9F2EF7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Our Approach</a:t>
            </a:r>
          </a:p>
          <a:p>
            <a:r>
              <a:rPr lang="en-US" sz="1600" dirty="0"/>
              <a:t>An event-driven platform the agency embeds into its own product, turning one disruption into a fully re-coordinated itinerary in seconds.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Single event fans out in parallel to flights, hotels, tours, and rainy-day alternatives.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Travelers get one coherent update inside the agency's own app or LINE OA.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BA57C30-A934-29D0-08B2-35E309C1AA55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dirty="0"/>
              <a:t>Why Solace</a:t>
            </a:r>
          </a:p>
          <a:p>
            <a:r>
              <a:rPr lang="en-US" sz="1600" dirty="0"/>
              <a:t>Solace's event backbone coordinates every supplier in real time — no middleware to build.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Event Mesh connects everything from upstream to downstream modules.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Agent Mesh coordinates modern Agentic AI systems to automatically handles airlines, hotels, ground handlers, and vice versa.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304300-967F-1A74-EEA1-A59FABDEA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It Matters?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CFDD755-32D9-B455-471F-71CB5A05615E}"/>
              </a:ext>
            </a:extLst>
          </p:cNvPr>
          <p:cNvSpPr/>
          <p:nvPr/>
        </p:nvSpPr>
        <p:spPr>
          <a:xfrm>
            <a:off x="9912424" y="5301208"/>
            <a:ext cx="2016224" cy="93608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dirty="0"/>
              <a:t>Prospects:</a:t>
            </a:r>
          </a:p>
          <a:p>
            <a:pPr marL="285750" indent="-285750">
              <a:buFontTx/>
              <a:buChar char="-"/>
            </a:pPr>
            <a:r>
              <a:rPr lang="en-US" sz="1200" dirty="0"/>
              <a:t>Lion Travel</a:t>
            </a:r>
          </a:p>
          <a:p>
            <a:pPr marL="285750" indent="-285750">
              <a:buFontTx/>
              <a:buChar char="-"/>
            </a:pPr>
            <a:r>
              <a:rPr lang="en-US" sz="1200" dirty="0"/>
              <a:t>Richmond Travel</a:t>
            </a:r>
          </a:p>
          <a:p>
            <a:pPr marL="285750" indent="-285750">
              <a:buFontTx/>
              <a:buChar char="-"/>
            </a:pPr>
            <a:r>
              <a:rPr lang="en-US" sz="1200" dirty="0"/>
              <a:t>Cola Tour</a:t>
            </a:r>
          </a:p>
        </p:txBody>
      </p:sp>
    </p:spTree>
    <p:extLst>
      <p:ext uri="{BB962C8B-B14F-4D97-AF65-F5344CB8AC3E}">
        <p14:creationId xmlns:p14="http://schemas.microsoft.com/office/powerpoint/2010/main" val="3304962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A197B-52DC-094E-49F5-0256CAC1E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B7415D1B-4CD8-8B8D-CE0F-88D02C8784D4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027628" y="1124744"/>
            <a:ext cx="8388372" cy="5253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809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9E09601-E0F9-54F8-5927-ABAF9598C8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9D0BDF-8BE7-4C3F-9009-83FAF1F2140A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59EF6-47A3-A643-3FE9-C955B9E3C8A8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Source code and setup instruction have been placed in the repository.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BC1397D-47F5-4003-8263-53B3BA278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Setup</a:t>
            </a:r>
          </a:p>
        </p:txBody>
      </p:sp>
    </p:spTree>
    <p:extLst>
      <p:ext uri="{BB962C8B-B14F-4D97-AF65-F5344CB8AC3E}">
        <p14:creationId xmlns:p14="http://schemas.microsoft.com/office/powerpoint/2010/main" val="34083067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A6B6E71-764E-E81D-986E-79D5D20B9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Live Demo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9E118F1-0727-DD4E-E1A3-493107BE2FC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 flipH="1">
            <a:off x="0" y="6381750"/>
            <a:ext cx="215900" cy="215900"/>
          </a:xfrm>
        </p:spPr>
        <p:txBody>
          <a:bodyPr/>
          <a:lstStyle/>
          <a:p>
            <a:fld id="{059D0BDF-8BE7-4C3F-9009-83FAF1F2140A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82257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040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4213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F88A988E-0E7F-C793-D6B4-7E4A925B3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3616057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16556D-9AF6-C191-D567-10600FFFEA9F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9A70D28-B714-3BB6-D7CA-983FB1B8F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764741"/>
      </p:ext>
    </p:extLst>
  </p:cSld>
  <p:clrMapOvr>
    <a:masterClrMapping/>
  </p:clrMapOvr>
</p:sld>
</file>

<file path=ppt/theme/theme1.xml><?xml version="1.0" encoding="utf-8"?>
<a:theme xmlns:a="http://schemas.openxmlformats.org/drawingml/2006/main" name="Blue - Solace Title and Section Slides">
  <a:themeElements>
    <a:clrScheme name="Solace 2025">
      <a:dk1>
        <a:srgbClr val="0A3B5E"/>
      </a:dk1>
      <a:lt1>
        <a:sysClr val="window" lastClr="FFFFFF"/>
      </a:lt1>
      <a:dk2>
        <a:srgbClr val="0A3B5E"/>
      </a:dk2>
      <a:lt2>
        <a:srgbClr val="EAEAEA"/>
      </a:lt2>
      <a:accent1>
        <a:srgbClr val="00C895"/>
      </a:accent1>
      <a:accent2>
        <a:srgbClr val="ABFF88"/>
      </a:accent2>
      <a:accent3>
        <a:srgbClr val="FCA829"/>
      </a:accent3>
      <a:accent4>
        <a:srgbClr val="C7FFCB"/>
      </a:accent4>
      <a:accent5>
        <a:srgbClr val="C2F7FF"/>
      </a:accent5>
      <a:accent6>
        <a:srgbClr val="FFF7C2"/>
      </a:accent6>
      <a:hlink>
        <a:srgbClr val="00C895"/>
      </a:hlink>
      <a:folHlink>
        <a:srgbClr val="009193"/>
      </a:folHlink>
    </a:clrScheme>
    <a:fontScheme name="Solace 2025 (Jet)">
      <a:majorFont>
        <a:latin typeface="Aptos Display"/>
        <a:ea typeface="Sarasa Gothic TC Nerd Font"/>
        <a:cs typeface=""/>
      </a:majorFont>
      <a:minorFont>
        <a:latin typeface="Aptos"/>
        <a:ea typeface="Sarasa UI TC Nerd Fon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Jet_Solace 2025 Presentation Template" id="{FF552B12-7925-4DD8-9283-C896BDC681BF}" vid="{73162471-1000-4809-BE03-8972186A9980}"/>
    </a:ext>
  </a:extLst>
</a:theme>
</file>

<file path=ppt/theme/theme2.xml><?xml version="1.0" encoding="utf-8"?>
<a:theme xmlns:a="http://schemas.openxmlformats.org/drawingml/2006/main" name="White - Solace Title and Section Slides">
  <a:themeElements>
    <a:clrScheme name="Solace colors">
      <a:dk1>
        <a:srgbClr val="0A3B5E"/>
      </a:dk1>
      <a:lt1>
        <a:sysClr val="window" lastClr="FFFFFF"/>
      </a:lt1>
      <a:dk2>
        <a:srgbClr val="0A3B5E"/>
      </a:dk2>
      <a:lt2>
        <a:srgbClr val="EAEAEA"/>
      </a:lt2>
      <a:accent1>
        <a:srgbClr val="00C895"/>
      </a:accent1>
      <a:accent2>
        <a:srgbClr val="ABFF88"/>
      </a:accent2>
      <a:accent3>
        <a:srgbClr val="FCA829"/>
      </a:accent3>
      <a:accent4>
        <a:srgbClr val="C7FFCB"/>
      </a:accent4>
      <a:accent5>
        <a:srgbClr val="C2F7FF"/>
      </a:accent5>
      <a:accent6>
        <a:srgbClr val="FFF7C2"/>
      </a:accent6>
      <a:hlink>
        <a:srgbClr val="00C895"/>
      </a:hlink>
      <a:folHlink>
        <a:srgbClr val="009193"/>
      </a:folHlink>
    </a:clrScheme>
    <a:fontScheme name="Solace 2025 (Jet)">
      <a:majorFont>
        <a:latin typeface="Aptos Display"/>
        <a:ea typeface="Sarasa Gothic TC Nerd Font"/>
        <a:cs typeface=""/>
      </a:majorFont>
      <a:minorFont>
        <a:latin typeface="Aptos"/>
        <a:ea typeface="Sarasa UI TC Nerd Fon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Jet_Solace 2025 Presentation Template" id="{FF552B12-7925-4DD8-9283-C896BDC681BF}" vid="{348C330E-6576-4E4F-AFEA-807377D38764}"/>
    </a:ext>
  </a:extLst>
</a:theme>
</file>

<file path=ppt/theme/theme3.xml><?xml version="1.0" encoding="utf-8"?>
<a:theme xmlns:a="http://schemas.openxmlformats.org/drawingml/2006/main" name="Green - Solace Title and Section Slides">
  <a:themeElements>
    <a:clrScheme name="Solace 2025">
      <a:dk1>
        <a:srgbClr val="0A3B5E"/>
      </a:dk1>
      <a:lt1>
        <a:sysClr val="window" lastClr="FFFFFF"/>
      </a:lt1>
      <a:dk2>
        <a:srgbClr val="0A3B5E"/>
      </a:dk2>
      <a:lt2>
        <a:srgbClr val="EAEAEA"/>
      </a:lt2>
      <a:accent1>
        <a:srgbClr val="00C895"/>
      </a:accent1>
      <a:accent2>
        <a:srgbClr val="ABFF88"/>
      </a:accent2>
      <a:accent3>
        <a:srgbClr val="FCA829"/>
      </a:accent3>
      <a:accent4>
        <a:srgbClr val="C7FFCB"/>
      </a:accent4>
      <a:accent5>
        <a:srgbClr val="C2F7FF"/>
      </a:accent5>
      <a:accent6>
        <a:srgbClr val="FFF7C2"/>
      </a:accent6>
      <a:hlink>
        <a:srgbClr val="00C895"/>
      </a:hlink>
      <a:folHlink>
        <a:srgbClr val="009193"/>
      </a:folHlink>
    </a:clrScheme>
    <a:fontScheme name="Solace 2025 (Jet)">
      <a:majorFont>
        <a:latin typeface="Aptos Display"/>
        <a:ea typeface="Sarasa Gothic TC Nerd Font"/>
        <a:cs typeface=""/>
      </a:majorFont>
      <a:minorFont>
        <a:latin typeface="Aptos"/>
        <a:ea typeface="Sarasa UI TC Nerd Fon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Jet_Solace 2025 Presentation Template" id="{FF552B12-7925-4DD8-9283-C896BDC681BF}" vid="{E6EBB773-A2E2-4B4B-8DFE-53D2115355CD}"/>
    </a:ext>
  </a:extLst>
</a:theme>
</file>

<file path=ppt/theme/theme4.xml><?xml version="1.0" encoding="utf-8"?>
<a:theme xmlns:a="http://schemas.openxmlformats.org/drawingml/2006/main" name="Blue - Content">
  <a:themeElements>
    <a:clrScheme name="Solace colors">
      <a:dk1>
        <a:srgbClr val="0A3B5E"/>
      </a:dk1>
      <a:lt1>
        <a:sysClr val="window" lastClr="FFFFFF"/>
      </a:lt1>
      <a:dk2>
        <a:srgbClr val="0A3B5E"/>
      </a:dk2>
      <a:lt2>
        <a:srgbClr val="EAEAEA"/>
      </a:lt2>
      <a:accent1>
        <a:srgbClr val="00C895"/>
      </a:accent1>
      <a:accent2>
        <a:srgbClr val="ABFF88"/>
      </a:accent2>
      <a:accent3>
        <a:srgbClr val="FCA829"/>
      </a:accent3>
      <a:accent4>
        <a:srgbClr val="C7FFCB"/>
      </a:accent4>
      <a:accent5>
        <a:srgbClr val="C2F7FF"/>
      </a:accent5>
      <a:accent6>
        <a:srgbClr val="FFF7C2"/>
      </a:accent6>
      <a:hlink>
        <a:srgbClr val="00C895"/>
      </a:hlink>
      <a:folHlink>
        <a:srgbClr val="009193"/>
      </a:folHlink>
    </a:clrScheme>
    <a:fontScheme name="Solace 2025 (Jet)">
      <a:majorFont>
        <a:latin typeface="Aptos Display"/>
        <a:ea typeface="Sarasa Gothic TC Nerd Font"/>
        <a:cs typeface=""/>
      </a:majorFont>
      <a:minorFont>
        <a:latin typeface="Aptos"/>
        <a:ea typeface="Sarasa UI TC Nerd Fon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Jet_Solace 2025 Presentation Template" id="{FF552B12-7925-4DD8-9283-C896BDC681BF}" vid="{CC7B6C59-A96F-4837-88A7-CF1E46415BE1}"/>
    </a:ext>
  </a:extLst>
</a:theme>
</file>

<file path=ppt/theme/theme5.xml><?xml version="1.0" encoding="utf-8"?>
<a:theme xmlns:a="http://schemas.openxmlformats.org/drawingml/2006/main" name="White - Content">
  <a:themeElements>
    <a:clrScheme name="Solace colors">
      <a:dk1>
        <a:srgbClr val="0A3B5E"/>
      </a:dk1>
      <a:lt1>
        <a:sysClr val="window" lastClr="FFFFFF"/>
      </a:lt1>
      <a:dk2>
        <a:srgbClr val="0A3B5E"/>
      </a:dk2>
      <a:lt2>
        <a:srgbClr val="EAEAEA"/>
      </a:lt2>
      <a:accent1>
        <a:srgbClr val="00C895"/>
      </a:accent1>
      <a:accent2>
        <a:srgbClr val="ABFF88"/>
      </a:accent2>
      <a:accent3>
        <a:srgbClr val="FCA829"/>
      </a:accent3>
      <a:accent4>
        <a:srgbClr val="C7FFCB"/>
      </a:accent4>
      <a:accent5>
        <a:srgbClr val="C2F7FF"/>
      </a:accent5>
      <a:accent6>
        <a:srgbClr val="FFF7C2"/>
      </a:accent6>
      <a:hlink>
        <a:srgbClr val="00C895"/>
      </a:hlink>
      <a:folHlink>
        <a:srgbClr val="009193"/>
      </a:folHlink>
    </a:clrScheme>
    <a:fontScheme name="Solace 2025 (Jet)">
      <a:majorFont>
        <a:latin typeface="Aptos Display"/>
        <a:ea typeface="Sarasa Gothic TC Nerd Font"/>
        <a:cs typeface=""/>
      </a:majorFont>
      <a:minorFont>
        <a:latin typeface="Aptos"/>
        <a:ea typeface="Sarasa UI TC Nerd Fon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Jet_Solace 2025 Presentation Template" id="{FF552B12-7925-4DD8-9283-C896BDC681BF}" vid="{C92C50D7-6352-4DC0-A6ED-BF43B224ACF9}"/>
    </a:ext>
  </a:extLst>
</a:theme>
</file>

<file path=ppt/theme/theme6.xml><?xml version="1.0" encoding="utf-8"?>
<a:theme xmlns:a="http://schemas.openxmlformats.org/drawingml/2006/main" name="Blue and White Content">
  <a:themeElements>
    <a:clrScheme name="Solace colors">
      <a:dk1>
        <a:srgbClr val="0A3B5E"/>
      </a:dk1>
      <a:lt1>
        <a:sysClr val="window" lastClr="FFFFFF"/>
      </a:lt1>
      <a:dk2>
        <a:srgbClr val="0A3B5E"/>
      </a:dk2>
      <a:lt2>
        <a:srgbClr val="EAEAEA"/>
      </a:lt2>
      <a:accent1>
        <a:srgbClr val="00C895"/>
      </a:accent1>
      <a:accent2>
        <a:srgbClr val="ABFF88"/>
      </a:accent2>
      <a:accent3>
        <a:srgbClr val="FCA829"/>
      </a:accent3>
      <a:accent4>
        <a:srgbClr val="C7FFCB"/>
      </a:accent4>
      <a:accent5>
        <a:srgbClr val="C2F7FF"/>
      </a:accent5>
      <a:accent6>
        <a:srgbClr val="FFF7C2"/>
      </a:accent6>
      <a:hlink>
        <a:srgbClr val="00C895"/>
      </a:hlink>
      <a:folHlink>
        <a:srgbClr val="009193"/>
      </a:folHlink>
    </a:clrScheme>
    <a:fontScheme name="Solace 2025 (Jet)">
      <a:majorFont>
        <a:latin typeface="Aptos Display"/>
        <a:ea typeface="Sarasa Gothic TC Nerd Font"/>
        <a:cs typeface=""/>
      </a:majorFont>
      <a:minorFont>
        <a:latin typeface="Aptos"/>
        <a:ea typeface="Sarasa UI TC Nerd Fon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Jet_Solace 2025 Presentation Template" id="{FF552B12-7925-4DD8-9283-C896BDC681BF}" vid="{C83819AD-E77E-4862-9CE1-211CC1EA73B5}"/>
    </a:ext>
  </a:extLst>
</a:theme>
</file>

<file path=ppt/theme/theme7.xml><?xml version="1.0" encoding="utf-8"?>
<a:theme xmlns:a="http://schemas.openxmlformats.org/drawingml/2006/main" name="White and Blue Content">
  <a:themeElements>
    <a:clrScheme name="Solace colors">
      <a:dk1>
        <a:srgbClr val="0A3B5E"/>
      </a:dk1>
      <a:lt1>
        <a:sysClr val="window" lastClr="FFFFFF"/>
      </a:lt1>
      <a:dk2>
        <a:srgbClr val="0A3B5E"/>
      </a:dk2>
      <a:lt2>
        <a:srgbClr val="EAEAEA"/>
      </a:lt2>
      <a:accent1>
        <a:srgbClr val="00C895"/>
      </a:accent1>
      <a:accent2>
        <a:srgbClr val="ABFF88"/>
      </a:accent2>
      <a:accent3>
        <a:srgbClr val="FCA829"/>
      </a:accent3>
      <a:accent4>
        <a:srgbClr val="C7FFCB"/>
      </a:accent4>
      <a:accent5>
        <a:srgbClr val="C2F7FF"/>
      </a:accent5>
      <a:accent6>
        <a:srgbClr val="FFF7C2"/>
      </a:accent6>
      <a:hlink>
        <a:srgbClr val="00C895"/>
      </a:hlink>
      <a:folHlink>
        <a:srgbClr val="009193"/>
      </a:folHlink>
    </a:clrScheme>
    <a:fontScheme name="Solace 2025 (Jet)">
      <a:majorFont>
        <a:latin typeface="Aptos Display"/>
        <a:ea typeface="Sarasa Gothic TC Nerd Font"/>
        <a:cs typeface=""/>
      </a:majorFont>
      <a:minorFont>
        <a:latin typeface="Aptos"/>
        <a:ea typeface="Sarasa UI TC Nerd Fon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Jet_Solace 2025 Presentation Template" id="{FF552B12-7925-4DD8-9283-C896BDC681BF}" vid="{1F385145-AD85-4DAE-9FA5-0651B0504369}"/>
    </a:ext>
  </a:extLst>
</a:theme>
</file>

<file path=ppt/theme/theme8.xml><?xml version="1.0" encoding="utf-8"?>
<a:theme xmlns:a="http://schemas.openxmlformats.org/drawingml/2006/main" name="Freestyle Blank">
  <a:themeElements>
    <a:clrScheme name="Solace colors">
      <a:dk1>
        <a:srgbClr val="0A3B5E"/>
      </a:dk1>
      <a:lt1>
        <a:sysClr val="window" lastClr="FFFFFF"/>
      </a:lt1>
      <a:dk2>
        <a:srgbClr val="0A3B5E"/>
      </a:dk2>
      <a:lt2>
        <a:srgbClr val="EAEAEA"/>
      </a:lt2>
      <a:accent1>
        <a:srgbClr val="00C895"/>
      </a:accent1>
      <a:accent2>
        <a:srgbClr val="ABFF88"/>
      </a:accent2>
      <a:accent3>
        <a:srgbClr val="FCA829"/>
      </a:accent3>
      <a:accent4>
        <a:srgbClr val="C7FFCB"/>
      </a:accent4>
      <a:accent5>
        <a:srgbClr val="C2F7FF"/>
      </a:accent5>
      <a:accent6>
        <a:srgbClr val="FFF7C2"/>
      </a:accent6>
      <a:hlink>
        <a:srgbClr val="00C895"/>
      </a:hlink>
      <a:folHlink>
        <a:srgbClr val="009193"/>
      </a:folHlink>
    </a:clrScheme>
    <a:fontScheme name="Solace 2025 (Jet)">
      <a:majorFont>
        <a:latin typeface="Aptos Display"/>
        <a:ea typeface="Sarasa Gothic TC Nerd Font"/>
        <a:cs typeface=""/>
      </a:majorFont>
      <a:minorFont>
        <a:latin typeface="Aptos"/>
        <a:ea typeface="Sarasa UI TC Nerd Fon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Jet_Solace 2025 Presentation Template" id="{FF552B12-7925-4DD8-9283-C896BDC681BF}" vid="{E6520D8B-8AFA-4854-AA2E-6BCF44F3A9D0}"/>
    </a:ext>
  </a:extLst>
</a:theme>
</file>

<file path=ppt/theme/theme9.xml><?xml version="1.0" encoding="utf-8"?>
<a:theme xmlns:a="http://schemas.openxmlformats.org/drawingml/2006/main" name="1_Blue - Solace Title and Section Slides">
  <a:themeElements>
    <a:clrScheme name="Solace 2025">
      <a:dk1>
        <a:srgbClr val="0A3B5E"/>
      </a:dk1>
      <a:lt1>
        <a:sysClr val="window" lastClr="FFFFFF"/>
      </a:lt1>
      <a:dk2>
        <a:srgbClr val="0A3B5E"/>
      </a:dk2>
      <a:lt2>
        <a:srgbClr val="EAEAEA"/>
      </a:lt2>
      <a:accent1>
        <a:srgbClr val="00C895"/>
      </a:accent1>
      <a:accent2>
        <a:srgbClr val="ABFF88"/>
      </a:accent2>
      <a:accent3>
        <a:srgbClr val="FCA829"/>
      </a:accent3>
      <a:accent4>
        <a:srgbClr val="C7FFCB"/>
      </a:accent4>
      <a:accent5>
        <a:srgbClr val="C2F7FF"/>
      </a:accent5>
      <a:accent6>
        <a:srgbClr val="FFF7C2"/>
      </a:accent6>
      <a:hlink>
        <a:srgbClr val="00C895"/>
      </a:hlink>
      <a:folHlink>
        <a:srgbClr val="009193"/>
      </a:folHlink>
    </a:clrScheme>
    <a:fontScheme name="Solace 2025 (Jet)">
      <a:majorFont>
        <a:latin typeface="Aptos Display"/>
        <a:ea typeface="Sarasa Gothic TC Nerd Font"/>
        <a:cs typeface=""/>
      </a:majorFont>
      <a:minorFont>
        <a:latin typeface="Aptos"/>
        <a:ea typeface="Sarasa UI TC Nerd Fon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Jet_Solace 2025 Presentation Template (2025-08-04 10_58_11 ver)" id="{4E6B5585-BD45-4C0B-A9EF-D4F199D56C0C}" vid="{F77E3DCB-6FD6-4B11-89FB-CADA48A3DD18}"/>
    </a:ext>
  </a:extLst>
</a:theme>
</file>

<file path=ppt/theme/theme10.xml><?xml version="1.0" encoding="utf-8"?>
<a:theme xmlns:a="http://schemas.openxmlformats.org/drawingml/2006/main" name="1_White - Content">
  <a:themeElements>
    <a:clrScheme name="Solace colors">
      <a:dk1>
        <a:srgbClr val="0A3B5E"/>
      </a:dk1>
      <a:lt1>
        <a:sysClr val="window" lastClr="FFFFFF"/>
      </a:lt1>
      <a:dk2>
        <a:srgbClr val="0A3B5E"/>
      </a:dk2>
      <a:lt2>
        <a:srgbClr val="EAEAEA"/>
      </a:lt2>
      <a:accent1>
        <a:srgbClr val="00C895"/>
      </a:accent1>
      <a:accent2>
        <a:srgbClr val="ABFF88"/>
      </a:accent2>
      <a:accent3>
        <a:srgbClr val="FCA829"/>
      </a:accent3>
      <a:accent4>
        <a:srgbClr val="C7FFCB"/>
      </a:accent4>
      <a:accent5>
        <a:srgbClr val="C2F7FF"/>
      </a:accent5>
      <a:accent6>
        <a:srgbClr val="FFF7C2"/>
      </a:accent6>
      <a:hlink>
        <a:srgbClr val="00C895"/>
      </a:hlink>
      <a:folHlink>
        <a:srgbClr val="009193"/>
      </a:folHlink>
    </a:clrScheme>
    <a:fontScheme name="Solace 2025 (Jet)">
      <a:majorFont>
        <a:latin typeface="Aptos Display"/>
        <a:ea typeface="Sarasa Gothic TC Nerd Font"/>
        <a:cs typeface=""/>
      </a:majorFont>
      <a:minorFont>
        <a:latin typeface="Aptos"/>
        <a:ea typeface="Sarasa UI TC Nerd Fon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Jet_Solace 2025 Presentation Template (2025-08-04 10_58_11 ver)" id="{4E6B5585-BD45-4C0B-A9EF-D4F199D56C0C}" vid="{21416069-3B33-44D4-A263-7FAF00B12EEB}"/>
    </a:ext>
  </a:extLst>
</a:theme>
</file>

<file path=ppt/theme/theme11.xml><?xml version="1.0" encoding="utf-8"?>
<a:theme xmlns:a="http://schemas.openxmlformats.org/drawingml/2006/main" name="1_Blue - Content">
  <a:themeElements>
    <a:clrScheme name="Solace colors">
      <a:dk1>
        <a:srgbClr val="0A3B5E"/>
      </a:dk1>
      <a:lt1>
        <a:sysClr val="window" lastClr="FFFFFF"/>
      </a:lt1>
      <a:dk2>
        <a:srgbClr val="0A3B5E"/>
      </a:dk2>
      <a:lt2>
        <a:srgbClr val="EAEAEA"/>
      </a:lt2>
      <a:accent1>
        <a:srgbClr val="00C895"/>
      </a:accent1>
      <a:accent2>
        <a:srgbClr val="ABFF88"/>
      </a:accent2>
      <a:accent3>
        <a:srgbClr val="FCA829"/>
      </a:accent3>
      <a:accent4>
        <a:srgbClr val="C7FFCB"/>
      </a:accent4>
      <a:accent5>
        <a:srgbClr val="C2F7FF"/>
      </a:accent5>
      <a:accent6>
        <a:srgbClr val="FFF7C2"/>
      </a:accent6>
      <a:hlink>
        <a:srgbClr val="00C895"/>
      </a:hlink>
      <a:folHlink>
        <a:srgbClr val="009193"/>
      </a:folHlink>
    </a:clrScheme>
    <a:fontScheme name="Solace 2025 (Jet)">
      <a:majorFont>
        <a:latin typeface="Aptos Display"/>
        <a:ea typeface="Sarasa Gothic TC Nerd Font"/>
        <a:cs typeface=""/>
      </a:majorFont>
      <a:minorFont>
        <a:latin typeface="Aptos"/>
        <a:ea typeface="Sarasa UI TC Nerd Fon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Jet_Solace 2025 Presentation Template (2025-08-04 10_58_11 ver)" id="{4E6B5585-BD45-4C0B-A9EF-D4F199D56C0C}" vid="{81C55092-AED8-41A7-8583-A4001010E661}"/>
    </a:ext>
  </a:extLst>
</a:theme>
</file>

<file path=ppt/theme/theme12.xml><?xml version="1.0" encoding="utf-8"?>
<a:theme xmlns:a="http://schemas.openxmlformats.org/drawingml/2006/main" name="1_Freestyle Blank">
  <a:themeElements>
    <a:clrScheme name="Solace colors">
      <a:dk1>
        <a:srgbClr val="0A3B5E"/>
      </a:dk1>
      <a:lt1>
        <a:sysClr val="window" lastClr="FFFFFF"/>
      </a:lt1>
      <a:dk2>
        <a:srgbClr val="0A3B5E"/>
      </a:dk2>
      <a:lt2>
        <a:srgbClr val="EAEAEA"/>
      </a:lt2>
      <a:accent1>
        <a:srgbClr val="00C895"/>
      </a:accent1>
      <a:accent2>
        <a:srgbClr val="ABFF88"/>
      </a:accent2>
      <a:accent3>
        <a:srgbClr val="FCA829"/>
      </a:accent3>
      <a:accent4>
        <a:srgbClr val="C7FFCB"/>
      </a:accent4>
      <a:accent5>
        <a:srgbClr val="C2F7FF"/>
      </a:accent5>
      <a:accent6>
        <a:srgbClr val="FFF7C2"/>
      </a:accent6>
      <a:hlink>
        <a:srgbClr val="00C895"/>
      </a:hlink>
      <a:folHlink>
        <a:srgbClr val="009193"/>
      </a:folHlink>
    </a:clrScheme>
    <a:fontScheme name="Solace 2025 (Jet)">
      <a:majorFont>
        <a:latin typeface="Aptos Display"/>
        <a:ea typeface="Sarasa Gothic TC Nerd Font"/>
        <a:cs typeface=""/>
      </a:majorFont>
      <a:minorFont>
        <a:latin typeface="Aptos"/>
        <a:ea typeface="Sarasa UI TC Nerd Fon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Jet_Solace 2025 Presentation Template (2025-08-04 10_58_11 ver)" id="{4E6B5585-BD45-4C0B-A9EF-D4F199D56C0C}" vid="{D426FDB7-BC8A-4751-B41E-6226003958C6}"/>
    </a:ext>
  </a:extLst>
</a:theme>
</file>

<file path=ppt/theme/theme13.xml><?xml version="1.0" encoding="utf-8"?>
<a:theme xmlns:a="http://schemas.openxmlformats.org/drawingml/2006/main" name="1_Blue and White Content">
  <a:themeElements>
    <a:clrScheme name="Solace colors">
      <a:dk1>
        <a:srgbClr val="0A3B5E"/>
      </a:dk1>
      <a:lt1>
        <a:sysClr val="window" lastClr="FFFFFF"/>
      </a:lt1>
      <a:dk2>
        <a:srgbClr val="0A3B5E"/>
      </a:dk2>
      <a:lt2>
        <a:srgbClr val="EAEAEA"/>
      </a:lt2>
      <a:accent1>
        <a:srgbClr val="00C895"/>
      </a:accent1>
      <a:accent2>
        <a:srgbClr val="ABFF88"/>
      </a:accent2>
      <a:accent3>
        <a:srgbClr val="FCA829"/>
      </a:accent3>
      <a:accent4>
        <a:srgbClr val="C7FFCB"/>
      </a:accent4>
      <a:accent5>
        <a:srgbClr val="C2F7FF"/>
      </a:accent5>
      <a:accent6>
        <a:srgbClr val="FFF7C2"/>
      </a:accent6>
      <a:hlink>
        <a:srgbClr val="00C895"/>
      </a:hlink>
      <a:folHlink>
        <a:srgbClr val="009193"/>
      </a:folHlink>
    </a:clrScheme>
    <a:fontScheme name="Solace 2025 (Jet)">
      <a:majorFont>
        <a:latin typeface="Aptos Display"/>
        <a:ea typeface="Sarasa Gothic TC Nerd Font"/>
        <a:cs typeface=""/>
      </a:majorFont>
      <a:minorFont>
        <a:latin typeface="Aptos"/>
        <a:ea typeface="Sarasa UI TC Nerd Fon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Jet_Solace 2025 Presentation Template (2025-08-04 10_58_11 ver)" id="{4E6B5585-BD45-4C0B-A9EF-D4F199D56C0C}" vid="{B19DA8F1-97E6-452A-843E-C6735C5E641A}"/>
    </a:ext>
  </a:extLst>
</a:theme>
</file>

<file path=ppt/theme/theme14.xml><?xml version="1.0" encoding="utf-8"?>
<a:theme xmlns:a="http://schemas.openxmlformats.org/drawingml/2006/main" name="2_Blue - Content">
  <a:themeElements>
    <a:clrScheme name="Solace colors">
      <a:dk1>
        <a:srgbClr val="0A3B5E"/>
      </a:dk1>
      <a:lt1>
        <a:sysClr val="window" lastClr="FFFFFF"/>
      </a:lt1>
      <a:dk2>
        <a:srgbClr val="0A3B5E"/>
      </a:dk2>
      <a:lt2>
        <a:srgbClr val="EAEAEA"/>
      </a:lt2>
      <a:accent1>
        <a:srgbClr val="00C895"/>
      </a:accent1>
      <a:accent2>
        <a:srgbClr val="ABFF88"/>
      </a:accent2>
      <a:accent3>
        <a:srgbClr val="FCA829"/>
      </a:accent3>
      <a:accent4>
        <a:srgbClr val="C7FFCB"/>
      </a:accent4>
      <a:accent5>
        <a:srgbClr val="C2F7FF"/>
      </a:accent5>
      <a:accent6>
        <a:srgbClr val="FFF7C2"/>
      </a:accent6>
      <a:hlink>
        <a:srgbClr val="00C895"/>
      </a:hlink>
      <a:folHlink>
        <a:srgbClr val="009193"/>
      </a:folHlink>
    </a:clrScheme>
    <a:fontScheme name="Solace 2025 (Jet)">
      <a:majorFont>
        <a:latin typeface="Aptos Display"/>
        <a:ea typeface="Sarasa Gothic TC Nerd Font"/>
        <a:cs typeface=""/>
      </a:majorFont>
      <a:minorFont>
        <a:latin typeface="Aptos"/>
        <a:ea typeface="Sarasa UI TC Nerd Fon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Jet_Solace 2025 Presentation Template (2025-08-04 10_58_11 ver)" id="{4E6B5585-BD45-4C0B-A9EF-D4F199D56C0C}" vid="{81C55092-AED8-41A7-8583-A4001010E661}"/>
    </a:ext>
  </a:extLst>
</a:theme>
</file>

<file path=ppt/theme/theme1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16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BA59E3993B10E4CAD93B4C6B6AB4338" ma:contentTypeVersion="17" ma:contentTypeDescription="Create a new document." ma:contentTypeScope="" ma:versionID="e09e4e720f0253ac79bc686e037f1c3d">
  <xsd:schema xmlns:xsd="http://www.w3.org/2001/XMLSchema" xmlns:xs="http://www.w3.org/2001/XMLSchema" xmlns:p="http://schemas.microsoft.com/office/2006/metadata/properties" xmlns:ns2="b9684263-5219-44dc-8ace-9e9cf51448b5" xmlns:ns3="c50c4712-2507-4635-8d96-ac0f8ed1146c" targetNamespace="http://schemas.microsoft.com/office/2006/metadata/properties" ma:root="true" ma:fieldsID="7324cc711df677aea4b5d4a2366ea7f7" ns2:_="" ns3:_="">
    <xsd:import namespace="b9684263-5219-44dc-8ace-9e9cf51448b5"/>
    <xsd:import namespace="c50c4712-2507-4635-8d96-ac0f8ed1146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684263-5219-44dc-8ace-9e9cf51448b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bc2f205f-3591-4b07-93bc-42e411de051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0c4712-2507-4635-8d96-ac0f8ed1146c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9003eb83-64fc-4118-a01e-0346fd43c7c4}" ma:internalName="TaxCatchAll" ma:showField="CatchAllData" ma:web="c50c4712-2507-4635-8d96-ac0f8ed1146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50c4712-2507-4635-8d96-ac0f8ed1146c" xsi:nil="true"/>
    <lcf76f155ced4ddcb4097134ff3c332f xmlns="b9684263-5219-44dc-8ace-9e9cf51448b5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26B80818-5A51-4F9F-A263-F7C1F9D0E9F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9684263-5219-44dc-8ace-9e9cf51448b5"/>
    <ds:schemaRef ds:uri="c50c4712-2507-4635-8d96-ac0f8ed1146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9AF0659-183A-43C2-AA7B-C08381F298C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3471C70-1727-4A93-A528-B2FB0F1E4E8F}">
  <ds:schemaRefs>
    <ds:schemaRef ds:uri="http://purl.org/dc/terms/"/>
    <ds:schemaRef ds:uri="http://schemas.microsoft.com/office/infopath/2007/PartnerControls"/>
    <ds:schemaRef ds:uri="http://purl.org/dc/dcmitype/"/>
    <ds:schemaRef ds:uri="c50c4712-2507-4635-8d96-ac0f8ed1146c"/>
    <ds:schemaRef ds:uri="http://schemas.openxmlformats.org/package/2006/metadata/core-properties"/>
    <ds:schemaRef ds:uri="http://schemas.microsoft.com/office/2006/documentManagement/types"/>
    <ds:schemaRef ds:uri="b9684263-5219-44dc-8ace-9e9cf51448b5"/>
    <ds:schemaRef ds:uri="http://schemas.microsoft.com/office/2006/metadata/properties"/>
    <ds:schemaRef ds:uri="http://www.w3.org/XML/1998/namespace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Jet_Solace 2025 Presentation Template</Template>
  <TotalTime>1715</TotalTime>
  <Words>240</Words>
  <Application>Microsoft Office PowerPoint</Application>
  <PresentationFormat>Widescreen</PresentationFormat>
  <Paragraphs>27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14</vt:i4>
      </vt:variant>
      <vt:variant>
        <vt:lpstr>Slide Titles</vt:lpstr>
      </vt:variant>
      <vt:variant>
        <vt:i4>9</vt:i4>
      </vt:variant>
    </vt:vector>
  </HeadingPairs>
  <TitlesOfParts>
    <vt:vector size="26" baseType="lpstr">
      <vt:lpstr>Aptos</vt:lpstr>
      <vt:lpstr>Arial</vt:lpstr>
      <vt:lpstr>Segoe UI</vt:lpstr>
      <vt:lpstr>Blue - Solace Title and Section Slides</vt:lpstr>
      <vt:lpstr>White - Solace Title and Section Slides</vt:lpstr>
      <vt:lpstr>Green - Solace Title and Section Slides</vt:lpstr>
      <vt:lpstr>Blue - Content</vt:lpstr>
      <vt:lpstr>White - Content</vt:lpstr>
      <vt:lpstr>Blue and White Content</vt:lpstr>
      <vt:lpstr>White and Blue Content</vt:lpstr>
      <vt:lpstr>Freestyle Blank</vt:lpstr>
      <vt:lpstr>1_Blue - Solace Title and Section Slides</vt:lpstr>
      <vt:lpstr>1_White - Content</vt:lpstr>
      <vt:lpstr>1_Blue - Content</vt:lpstr>
      <vt:lpstr>1_Freestyle Blank</vt:lpstr>
      <vt:lpstr>1_Blue and White Content</vt:lpstr>
      <vt:lpstr>2_Blue - Content</vt:lpstr>
      <vt:lpstr>Itinerary in Motion</vt:lpstr>
      <vt:lpstr>Why It Matters?</vt:lpstr>
      <vt:lpstr>Architecture</vt:lpstr>
      <vt:lpstr>Setup</vt:lpstr>
      <vt:lpstr>Live Demo</vt:lpstr>
      <vt:lpstr>PowerPoint Presentation</vt:lpstr>
      <vt:lpstr>PowerPoint Presentation</vt:lpstr>
      <vt:lpstr>Appendix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Meng Chao Huang</dc:creator>
  <cp:lastModifiedBy>Meng Chao Huang</cp:lastModifiedBy>
  <cp:revision>46</cp:revision>
  <dcterms:created xsi:type="dcterms:W3CDTF">2025-08-25T13:08:05Z</dcterms:created>
  <dcterms:modified xsi:type="dcterms:W3CDTF">2026-05-16T00:55:07Z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0x010100DBA59E3993B10E4CAD93B4C6B6AB4338</vt:lpwstr>
  </property>
  <property fmtid="{D5CDD505-2E9C-101B-9397-08002B2CF9AE}" pid="3" name="MediaServiceImageTags">
    <vt:lpwstr/>
  </property>
</Properties>
</file>